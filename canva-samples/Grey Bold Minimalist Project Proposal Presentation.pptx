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ileron Heavy" charset="1" panose="00000A00000000000000"/>
      <p:regular r:id="rId16"/>
    </p:embeddedFont>
    <p:embeddedFont>
      <p:font typeface="Work Sans" charset="1" panose="00000000000000000000"/>
      <p:regular r:id="rId17"/>
    </p:embeddedFont>
    <p:embeddedFont>
      <p:font typeface="Work Sans Bold" charset="1" panose="00000000000000000000"/>
      <p:regular r:id="rId18"/>
    </p:embeddedFont>
    <p:embeddedFont>
      <p:font typeface="Aileron Bold" charset="1" panose="000008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jpeg" Type="http://schemas.openxmlformats.org/officeDocument/2006/relationships/image"/><Relationship Id="rId4"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jpeg" Type="http://schemas.openxmlformats.org/officeDocument/2006/relationships/image"/><Relationship Id="rId4" Target="../media/image1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3E2DE"/>
        </a:solidFill>
      </p:bgPr>
    </p:bg>
    <p:spTree>
      <p:nvGrpSpPr>
        <p:cNvPr id="1" name=""/>
        <p:cNvGrpSpPr/>
        <p:nvPr/>
      </p:nvGrpSpPr>
      <p:grpSpPr>
        <a:xfrm>
          <a:off x="0" y="0"/>
          <a:ext cx="0" cy="0"/>
          <a:chOff x="0" y="0"/>
          <a:chExt cx="0" cy="0"/>
        </a:xfrm>
      </p:grpSpPr>
      <p:grpSp>
        <p:nvGrpSpPr>
          <p:cNvPr name="Group 2" id="2"/>
          <p:cNvGrpSpPr/>
          <p:nvPr/>
        </p:nvGrpSpPr>
        <p:grpSpPr>
          <a:xfrm rot="5400000">
            <a:off x="16446933" y="-19514"/>
            <a:ext cx="869053" cy="1860582"/>
            <a:chOff x="0" y="0"/>
            <a:chExt cx="228886" cy="490030"/>
          </a:xfrm>
        </p:grpSpPr>
        <p:sp>
          <p:nvSpPr>
            <p:cNvPr name="Freeform 3" id="3"/>
            <p:cNvSpPr/>
            <p:nvPr/>
          </p:nvSpPr>
          <p:spPr>
            <a:xfrm flipH="false" flipV="false" rot="0">
              <a:off x="0" y="0"/>
              <a:ext cx="228886" cy="490030"/>
            </a:xfrm>
            <a:custGeom>
              <a:avLst/>
              <a:gdLst/>
              <a:ahLst/>
              <a:cxnLst/>
              <a:rect r="r" b="b" t="t" l="l"/>
              <a:pathLst>
                <a:path h="490030" w="228886">
                  <a:moveTo>
                    <a:pt x="114443" y="0"/>
                  </a:moveTo>
                  <a:lnTo>
                    <a:pt x="114443" y="0"/>
                  </a:lnTo>
                  <a:cubicBezTo>
                    <a:pt x="144795" y="0"/>
                    <a:pt x="173904" y="12057"/>
                    <a:pt x="195367" y="33520"/>
                  </a:cubicBezTo>
                  <a:cubicBezTo>
                    <a:pt x="216829" y="54982"/>
                    <a:pt x="228886" y="84091"/>
                    <a:pt x="228886" y="114443"/>
                  </a:cubicBezTo>
                  <a:lnTo>
                    <a:pt x="228886" y="375587"/>
                  </a:lnTo>
                  <a:cubicBezTo>
                    <a:pt x="228886" y="405939"/>
                    <a:pt x="216829" y="435048"/>
                    <a:pt x="195367" y="456510"/>
                  </a:cubicBezTo>
                  <a:cubicBezTo>
                    <a:pt x="173904" y="477972"/>
                    <a:pt x="144795" y="490030"/>
                    <a:pt x="114443" y="490030"/>
                  </a:cubicBezTo>
                  <a:lnTo>
                    <a:pt x="114443" y="490030"/>
                  </a:lnTo>
                  <a:cubicBezTo>
                    <a:pt x="84091" y="490030"/>
                    <a:pt x="54982" y="477972"/>
                    <a:pt x="33520" y="456510"/>
                  </a:cubicBezTo>
                  <a:cubicBezTo>
                    <a:pt x="12057" y="435048"/>
                    <a:pt x="0" y="405939"/>
                    <a:pt x="0" y="375587"/>
                  </a:cubicBezTo>
                  <a:lnTo>
                    <a:pt x="0" y="114443"/>
                  </a:lnTo>
                  <a:cubicBezTo>
                    <a:pt x="0" y="84091"/>
                    <a:pt x="12057" y="54982"/>
                    <a:pt x="33520" y="33520"/>
                  </a:cubicBezTo>
                  <a:cubicBezTo>
                    <a:pt x="54982" y="12057"/>
                    <a:pt x="84091" y="0"/>
                    <a:pt x="114443" y="0"/>
                  </a:cubicBezTo>
                  <a:close/>
                </a:path>
              </a:pathLst>
            </a:custGeom>
            <a:ln w="9525" cap="rnd">
              <a:solidFill>
                <a:srgbClr val="1351AA"/>
              </a:solidFill>
              <a:prstDash val="solid"/>
              <a:round/>
            </a:ln>
          </p:spPr>
        </p:sp>
        <p:sp>
          <p:nvSpPr>
            <p:cNvPr name="TextBox 4" id="4"/>
            <p:cNvSpPr txBox="true"/>
            <p:nvPr/>
          </p:nvSpPr>
          <p:spPr>
            <a:xfrm>
              <a:off x="0" y="-9525"/>
              <a:ext cx="228886" cy="499555"/>
            </a:xfrm>
            <a:prstGeom prst="rect">
              <a:avLst/>
            </a:prstGeom>
          </p:spPr>
          <p:txBody>
            <a:bodyPr anchor="ctr" rtlCol="false" tIns="50800" lIns="50800" bIns="50800" rIns="50800"/>
            <a:lstStyle/>
            <a:p>
              <a:pPr algn="ctr">
                <a:lnSpc>
                  <a:spcPts val="3049"/>
                </a:lnSpc>
              </a:pPr>
            </a:p>
          </p:txBody>
        </p:sp>
      </p:grpSp>
      <p:sp>
        <p:nvSpPr>
          <p:cNvPr name="TextBox 5" id="5"/>
          <p:cNvSpPr txBox="true"/>
          <p:nvPr/>
        </p:nvSpPr>
        <p:spPr>
          <a:xfrm rot="0">
            <a:off x="206993" y="220624"/>
            <a:ext cx="13694614" cy="3740895"/>
          </a:xfrm>
          <a:prstGeom prst="rect">
            <a:avLst/>
          </a:prstGeom>
        </p:spPr>
        <p:txBody>
          <a:bodyPr anchor="t" rtlCol="false" tIns="0" lIns="0" bIns="0" rIns="0">
            <a:spAutoFit/>
          </a:bodyPr>
          <a:lstStyle/>
          <a:p>
            <a:pPr algn="l">
              <a:lnSpc>
                <a:spcPts val="28028"/>
              </a:lnSpc>
            </a:pPr>
            <a:r>
              <a:rPr lang="en-US" sz="28028" spc="-1541" b="true">
                <a:solidFill>
                  <a:srgbClr val="1351AA"/>
                </a:solidFill>
                <a:latin typeface="Aileron Heavy"/>
                <a:ea typeface="Aileron Heavy"/>
                <a:cs typeface="Aileron Heavy"/>
                <a:sym typeface="Aileron Heavy"/>
              </a:rPr>
              <a:t>Project</a:t>
            </a:r>
          </a:p>
        </p:txBody>
      </p:sp>
      <p:sp>
        <p:nvSpPr>
          <p:cNvPr name="TextBox 6" id="6"/>
          <p:cNvSpPr txBox="true"/>
          <p:nvPr/>
        </p:nvSpPr>
        <p:spPr>
          <a:xfrm rot="0">
            <a:off x="2890821" y="3014132"/>
            <a:ext cx="15482742" cy="3738686"/>
          </a:xfrm>
          <a:prstGeom prst="rect">
            <a:avLst/>
          </a:prstGeom>
        </p:spPr>
        <p:txBody>
          <a:bodyPr anchor="t" rtlCol="false" tIns="0" lIns="0" bIns="0" rIns="0">
            <a:spAutoFit/>
          </a:bodyPr>
          <a:lstStyle/>
          <a:p>
            <a:pPr algn="l" marL="0" indent="0" lvl="0">
              <a:lnSpc>
                <a:spcPts val="28028"/>
              </a:lnSpc>
              <a:spcBef>
                <a:spcPct val="0"/>
              </a:spcBef>
            </a:pPr>
            <a:r>
              <a:rPr lang="en-US" b="true" sz="28028" spc="-1541" strike="noStrike" u="none">
                <a:solidFill>
                  <a:srgbClr val="1351AA"/>
                </a:solidFill>
                <a:latin typeface="Aileron Heavy"/>
                <a:ea typeface="Aileron Heavy"/>
                <a:cs typeface="Aileron Heavy"/>
                <a:sym typeface="Aileron Heavy"/>
              </a:rPr>
              <a:t>Proposal</a:t>
            </a:r>
          </a:p>
        </p:txBody>
      </p:sp>
      <p:sp>
        <p:nvSpPr>
          <p:cNvPr name="Freeform 7" id="7"/>
          <p:cNvSpPr/>
          <p:nvPr/>
        </p:nvSpPr>
        <p:spPr>
          <a:xfrm flipH="true" flipV="false" rot="0">
            <a:off x="-1011943" y="3708384"/>
            <a:ext cx="10155943" cy="6578616"/>
          </a:xfrm>
          <a:custGeom>
            <a:avLst/>
            <a:gdLst/>
            <a:ahLst/>
            <a:cxnLst/>
            <a:rect r="r" b="b" t="t" l="l"/>
            <a:pathLst>
              <a:path h="6578616" w="10155943">
                <a:moveTo>
                  <a:pt x="10155943" y="0"/>
                </a:moveTo>
                <a:lnTo>
                  <a:pt x="0" y="0"/>
                </a:lnTo>
                <a:lnTo>
                  <a:pt x="0" y="6578616"/>
                </a:lnTo>
                <a:lnTo>
                  <a:pt x="10155943" y="6578616"/>
                </a:lnTo>
                <a:lnTo>
                  <a:pt x="10155943" y="0"/>
                </a:lnTo>
                <a:close/>
              </a:path>
            </a:pathLst>
          </a:custGeom>
          <a:blipFill>
            <a:blip r:embed="rId2"/>
            <a:stretch>
              <a:fillRect l="0" t="0" r="0" b="-20607"/>
            </a:stretch>
          </a:blipFill>
        </p:spPr>
      </p:sp>
      <p:sp>
        <p:nvSpPr>
          <p:cNvPr name="TextBox 8" id="8"/>
          <p:cNvSpPr txBox="true"/>
          <p:nvPr/>
        </p:nvSpPr>
        <p:spPr>
          <a:xfrm rot="0">
            <a:off x="12559776" y="9065895"/>
            <a:ext cx="2851388" cy="337185"/>
          </a:xfrm>
          <a:prstGeom prst="rect">
            <a:avLst/>
          </a:prstGeom>
        </p:spPr>
        <p:txBody>
          <a:bodyPr anchor="t" rtlCol="false" tIns="0" lIns="0" bIns="0" rIns="0">
            <a:spAutoFit/>
          </a:bodyPr>
          <a:lstStyle/>
          <a:p>
            <a:pPr algn="l" marL="0" indent="0" lvl="0">
              <a:lnSpc>
                <a:spcPts val="2400"/>
              </a:lnSpc>
              <a:spcBef>
                <a:spcPct val="0"/>
              </a:spcBef>
            </a:pPr>
            <a:r>
              <a:rPr lang="en-US" sz="2400">
                <a:solidFill>
                  <a:srgbClr val="1351AA"/>
                </a:solidFill>
                <a:latin typeface="Work Sans"/>
                <a:ea typeface="Work Sans"/>
                <a:cs typeface="Work Sans"/>
                <a:sym typeface="Work Sans"/>
              </a:rPr>
              <a:t>PRESENTED BY</a:t>
            </a:r>
          </a:p>
        </p:txBody>
      </p:sp>
      <p:sp>
        <p:nvSpPr>
          <p:cNvPr name="TextBox 9" id="9"/>
          <p:cNvSpPr txBox="true"/>
          <p:nvPr/>
        </p:nvSpPr>
        <p:spPr>
          <a:xfrm rot="0">
            <a:off x="12559776" y="9469755"/>
            <a:ext cx="3599868" cy="340995"/>
          </a:xfrm>
          <a:prstGeom prst="rect">
            <a:avLst/>
          </a:prstGeom>
        </p:spPr>
        <p:txBody>
          <a:bodyPr anchor="t" rtlCol="false" tIns="0" lIns="0" bIns="0" rIns="0">
            <a:spAutoFit/>
          </a:bodyPr>
          <a:lstStyle/>
          <a:p>
            <a:pPr algn="l" marL="0" indent="0" lvl="0">
              <a:lnSpc>
                <a:spcPts val="2430"/>
              </a:lnSpc>
              <a:spcBef>
                <a:spcPct val="0"/>
              </a:spcBef>
            </a:pPr>
            <a:r>
              <a:rPr lang="en-US" b="true" sz="2700">
                <a:solidFill>
                  <a:srgbClr val="1351AA"/>
                </a:solidFill>
                <a:latin typeface="Work Sans Bold"/>
                <a:ea typeface="Work Sans Bold"/>
                <a:cs typeface="Work Sans Bold"/>
                <a:sym typeface="Work Sans Bold"/>
              </a:rPr>
              <a:t>Claudia Alves</a:t>
            </a:r>
          </a:p>
        </p:txBody>
      </p:sp>
      <p:sp>
        <p:nvSpPr>
          <p:cNvPr name="TextBox 10" id="10"/>
          <p:cNvSpPr txBox="true"/>
          <p:nvPr/>
        </p:nvSpPr>
        <p:spPr>
          <a:xfrm rot="0">
            <a:off x="16244690" y="748851"/>
            <a:ext cx="1273538" cy="390591"/>
          </a:xfrm>
          <a:prstGeom prst="rect">
            <a:avLst/>
          </a:prstGeom>
        </p:spPr>
        <p:txBody>
          <a:bodyPr anchor="t" rtlCol="false" tIns="0" lIns="0" bIns="0" rIns="0">
            <a:spAutoFit/>
          </a:bodyPr>
          <a:lstStyle/>
          <a:p>
            <a:pPr algn="ctr" marL="0" indent="0" lvl="0">
              <a:lnSpc>
                <a:spcPts val="2700"/>
              </a:lnSpc>
              <a:spcBef>
                <a:spcPct val="0"/>
              </a:spcBef>
            </a:pPr>
            <a:r>
              <a:rPr lang="en-US" b="true" sz="3000">
                <a:solidFill>
                  <a:srgbClr val="1351AA"/>
                </a:solidFill>
                <a:latin typeface="Work Sans Bold"/>
                <a:ea typeface="Work Sans Bold"/>
                <a:cs typeface="Work Sans Bold"/>
                <a:sym typeface="Work Sans Bold"/>
              </a:rPr>
              <a:t>2026</a:t>
            </a:r>
          </a:p>
        </p:txBody>
      </p:sp>
      <p:sp>
        <p:nvSpPr>
          <p:cNvPr name="TextBox 11" id="11"/>
          <p:cNvSpPr txBox="true"/>
          <p:nvPr/>
        </p:nvSpPr>
        <p:spPr>
          <a:xfrm rot="0">
            <a:off x="12559776" y="6915769"/>
            <a:ext cx="4588847" cy="907415"/>
          </a:xfrm>
          <a:prstGeom prst="rect">
            <a:avLst/>
          </a:prstGeom>
        </p:spPr>
        <p:txBody>
          <a:bodyPr anchor="t" rtlCol="false" tIns="0" lIns="0" bIns="0" rIns="0">
            <a:spAutoFit/>
          </a:bodyPr>
          <a:lstStyle/>
          <a:p>
            <a:pPr algn="l" marL="0" indent="0" lvl="0">
              <a:lnSpc>
                <a:spcPts val="3519"/>
              </a:lnSpc>
            </a:pPr>
            <a:r>
              <a:rPr lang="en-US" sz="3199">
                <a:solidFill>
                  <a:srgbClr val="1351AA"/>
                </a:solidFill>
                <a:latin typeface="Work Sans"/>
                <a:ea typeface="Work Sans"/>
                <a:cs typeface="Work Sans"/>
                <a:sym typeface="Work Sans"/>
              </a:rPr>
              <a:t>FOR BORCELLE ART EXHIBITION 2026</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1351AA"/>
        </a:solidFill>
      </p:bgPr>
    </p:bg>
    <p:spTree>
      <p:nvGrpSpPr>
        <p:cNvPr id="1" name=""/>
        <p:cNvGrpSpPr/>
        <p:nvPr/>
      </p:nvGrpSpPr>
      <p:grpSpPr>
        <a:xfrm>
          <a:off x="0" y="0"/>
          <a:ext cx="0" cy="0"/>
          <a:chOff x="0" y="0"/>
          <a:chExt cx="0" cy="0"/>
        </a:xfrm>
      </p:grpSpPr>
      <p:sp>
        <p:nvSpPr>
          <p:cNvPr name="TextBox 2" id="2"/>
          <p:cNvSpPr txBox="true"/>
          <p:nvPr/>
        </p:nvSpPr>
        <p:spPr>
          <a:xfrm rot="0">
            <a:off x="476250" y="4346510"/>
            <a:ext cx="8372906" cy="5819775"/>
          </a:xfrm>
          <a:prstGeom prst="rect">
            <a:avLst/>
          </a:prstGeom>
        </p:spPr>
        <p:txBody>
          <a:bodyPr anchor="t" rtlCol="false" tIns="0" lIns="0" bIns="0" rIns="0">
            <a:spAutoFit/>
          </a:bodyPr>
          <a:lstStyle/>
          <a:p>
            <a:pPr algn="l">
              <a:lnSpc>
                <a:spcPts val="15000"/>
              </a:lnSpc>
            </a:pPr>
            <a:r>
              <a:rPr lang="en-US" sz="15000" spc="-825" b="true">
                <a:solidFill>
                  <a:srgbClr val="E3E2DE"/>
                </a:solidFill>
                <a:latin typeface="Aileron Heavy"/>
                <a:ea typeface="Aileron Heavy"/>
                <a:cs typeface="Aileron Heavy"/>
                <a:sym typeface="Aileron Heavy"/>
              </a:rPr>
              <a:t>Table</a:t>
            </a:r>
          </a:p>
          <a:p>
            <a:pPr algn="l">
              <a:lnSpc>
                <a:spcPts val="15000"/>
              </a:lnSpc>
            </a:pPr>
            <a:r>
              <a:rPr lang="en-US" sz="15000" spc="-825" b="true">
                <a:solidFill>
                  <a:srgbClr val="E3E2DE"/>
                </a:solidFill>
                <a:latin typeface="Aileron Heavy"/>
                <a:ea typeface="Aileron Heavy"/>
                <a:cs typeface="Aileron Heavy"/>
                <a:sym typeface="Aileron Heavy"/>
              </a:rPr>
              <a:t>of Contents</a:t>
            </a:r>
          </a:p>
        </p:txBody>
      </p:sp>
      <p:grpSp>
        <p:nvGrpSpPr>
          <p:cNvPr name="Group 3" id="3"/>
          <p:cNvGrpSpPr/>
          <p:nvPr/>
        </p:nvGrpSpPr>
        <p:grpSpPr>
          <a:xfrm rot="0">
            <a:off x="9144000" y="476250"/>
            <a:ext cx="5261266" cy="1067513"/>
            <a:chOff x="0" y="0"/>
            <a:chExt cx="7015022" cy="1423351"/>
          </a:xfrm>
        </p:grpSpPr>
        <p:grpSp>
          <p:nvGrpSpPr>
            <p:cNvPr name="Group 4" id="4"/>
            <p:cNvGrpSpPr/>
            <p:nvPr/>
          </p:nvGrpSpPr>
          <p:grpSpPr>
            <a:xfrm rot="0">
              <a:off x="0" y="0"/>
              <a:ext cx="7015022" cy="1423351"/>
              <a:chOff x="0" y="0"/>
              <a:chExt cx="1195732" cy="242615"/>
            </a:xfrm>
          </p:grpSpPr>
          <p:sp>
            <p:nvSpPr>
              <p:cNvPr name="Freeform 5" id="5"/>
              <p:cNvSpPr/>
              <p:nvPr/>
            </p:nvSpPr>
            <p:spPr>
              <a:xfrm flipH="false" flipV="false" rot="0">
                <a:off x="0" y="0"/>
                <a:ext cx="1195732" cy="242615"/>
              </a:xfrm>
              <a:custGeom>
                <a:avLst/>
                <a:gdLst/>
                <a:ahLst/>
                <a:cxnLst/>
                <a:rect r="r" b="b" t="t" l="l"/>
                <a:pathLst>
                  <a:path h="242615" w="1195732">
                    <a:moveTo>
                      <a:pt x="75046" y="0"/>
                    </a:moveTo>
                    <a:lnTo>
                      <a:pt x="1120686" y="0"/>
                    </a:lnTo>
                    <a:cubicBezTo>
                      <a:pt x="1140589" y="0"/>
                      <a:pt x="1159678" y="7907"/>
                      <a:pt x="1173751" y="21981"/>
                    </a:cubicBezTo>
                    <a:cubicBezTo>
                      <a:pt x="1187825" y="36054"/>
                      <a:pt x="1195732" y="55143"/>
                      <a:pt x="1195732" y="75046"/>
                    </a:cubicBezTo>
                    <a:lnTo>
                      <a:pt x="1195732" y="167568"/>
                    </a:lnTo>
                    <a:cubicBezTo>
                      <a:pt x="1195732" y="209015"/>
                      <a:pt x="1162133" y="242615"/>
                      <a:pt x="1120686" y="242615"/>
                    </a:cubicBezTo>
                    <a:lnTo>
                      <a:pt x="75046" y="242615"/>
                    </a:lnTo>
                    <a:cubicBezTo>
                      <a:pt x="33599" y="242615"/>
                      <a:pt x="0" y="209015"/>
                      <a:pt x="0" y="167568"/>
                    </a:cubicBezTo>
                    <a:lnTo>
                      <a:pt x="0" y="75046"/>
                    </a:lnTo>
                    <a:cubicBezTo>
                      <a:pt x="0" y="55143"/>
                      <a:pt x="7907" y="36054"/>
                      <a:pt x="21981" y="21981"/>
                    </a:cubicBezTo>
                    <a:cubicBezTo>
                      <a:pt x="36054" y="7907"/>
                      <a:pt x="55143" y="0"/>
                      <a:pt x="75046" y="0"/>
                    </a:cubicBezTo>
                    <a:close/>
                  </a:path>
                </a:pathLst>
              </a:custGeom>
              <a:ln w="9525" cap="rnd">
                <a:solidFill>
                  <a:srgbClr val="E3E2DE"/>
                </a:solidFill>
                <a:prstDash val="solid"/>
                <a:round/>
              </a:ln>
            </p:spPr>
          </p:sp>
          <p:sp>
            <p:nvSpPr>
              <p:cNvPr name="TextBox 6" id="6"/>
              <p:cNvSpPr txBox="true"/>
              <p:nvPr/>
            </p:nvSpPr>
            <p:spPr>
              <a:xfrm>
                <a:off x="0" y="-19050"/>
                <a:ext cx="1195732" cy="261665"/>
              </a:xfrm>
              <a:prstGeom prst="rect">
                <a:avLst/>
              </a:prstGeom>
            </p:spPr>
            <p:txBody>
              <a:bodyPr anchor="ctr" rtlCol="false" tIns="50800" lIns="50800" bIns="50800" rIns="50800"/>
              <a:lstStyle/>
              <a:p>
                <a:pPr algn="ctr">
                  <a:lnSpc>
                    <a:spcPts val="4270"/>
                  </a:lnSpc>
                </a:pPr>
              </a:p>
            </p:txBody>
          </p:sp>
        </p:grpSp>
        <p:sp>
          <p:nvSpPr>
            <p:cNvPr name="TextBox 7" id="7"/>
            <p:cNvSpPr txBox="true"/>
            <p:nvPr/>
          </p:nvSpPr>
          <p:spPr>
            <a:xfrm rot="0">
              <a:off x="769596" y="407934"/>
              <a:ext cx="5475830" cy="655108"/>
            </a:xfrm>
            <a:prstGeom prst="rect">
              <a:avLst/>
            </a:prstGeom>
          </p:spPr>
          <p:txBody>
            <a:bodyPr anchor="t" rtlCol="false" tIns="0" lIns="0" bIns="0" rIns="0">
              <a:spAutoFit/>
            </a:bodyPr>
            <a:lstStyle/>
            <a:p>
              <a:pPr algn="ctr">
                <a:lnSpc>
                  <a:spcPts val="3500"/>
                </a:lnSpc>
              </a:pPr>
              <a:r>
                <a:rPr lang="en-US" b="true" sz="3500">
                  <a:solidFill>
                    <a:srgbClr val="E3E2DE"/>
                  </a:solidFill>
                  <a:latin typeface="Work Sans Bold"/>
                  <a:ea typeface="Work Sans Bold"/>
                  <a:cs typeface="Work Sans Bold"/>
                  <a:sym typeface="Work Sans Bold"/>
                </a:rPr>
                <a:t>INTRODUCTION</a:t>
              </a:r>
            </a:p>
          </p:txBody>
        </p:sp>
      </p:grpSp>
      <p:grpSp>
        <p:nvGrpSpPr>
          <p:cNvPr name="Group 8" id="8"/>
          <p:cNvGrpSpPr/>
          <p:nvPr/>
        </p:nvGrpSpPr>
        <p:grpSpPr>
          <a:xfrm rot="0">
            <a:off x="9144000" y="3225681"/>
            <a:ext cx="5261266" cy="1067513"/>
            <a:chOff x="0" y="0"/>
            <a:chExt cx="7015022" cy="1423351"/>
          </a:xfrm>
        </p:grpSpPr>
        <p:grpSp>
          <p:nvGrpSpPr>
            <p:cNvPr name="Group 9" id="9"/>
            <p:cNvGrpSpPr/>
            <p:nvPr/>
          </p:nvGrpSpPr>
          <p:grpSpPr>
            <a:xfrm rot="0">
              <a:off x="0" y="0"/>
              <a:ext cx="7015022" cy="1423351"/>
              <a:chOff x="0" y="0"/>
              <a:chExt cx="1195732" cy="242615"/>
            </a:xfrm>
          </p:grpSpPr>
          <p:sp>
            <p:nvSpPr>
              <p:cNvPr name="Freeform 10" id="10"/>
              <p:cNvSpPr/>
              <p:nvPr/>
            </p:nvSpPr>
            <p:spPr>
              <a:xfrm flipH="false" flipV="false" rot="0">
                <a:off x="0" y="0"/>
                <a:ext cx="1195732" cy="242615"/>
              </a:xfrm>
              <a:custGeom>
                <a:avLst/>
                <a:gdLst/>
                <a:ahLst/>
                <a:cxnLst/>
                <a:rect r="r" b="b" t="t" l="l"/>
                <a:pathLst>
                  <a:path h="242615" w="1195732">
                    <a:moveTo>
                      <a:pt x="75046" y="0"/>
                    </a:moveTo>
                    <a:lnTo>
                      <a:pt x="1120686" y="0"/>
                    </a:lnTo>
                    <a:cubicBezTo>
                      <a:pt x="1140589" y="0"/>
                      <a:pt x="1159678" y="7907"/>
                      <a:pt x="1173751" y="21981"/>
                    </a:cubicBezTo>
                    <a:cubicBezTo>
                      <a:pt x="1187825" y="36054"/>
                      <a:pt x="1195732" y="55143"/>
                      <a:pt x="1195732" y="75046"/>
                    </a:cubicBezTo>
                    <a:lnTo>
                      <a:pt x="1195732" y="167568"/>
                    </a:lnTo>
                    <a:cubicBezTo>
                      <a:pt x="1195732" y="209015"/>
                      <a:pt x="1162133" y="242615"/>
                      <a:pt x="1120686" y="242615"/>
                    </a:cubicBezTo>
                    <a:lnTo>
                      <a:pt x="75046" y="242615"/>
                    </a:lnTo>
                    <a:cubicBezTo>
                      <a:pt x="33599" y="242615"/>
                      <a:pt x="0" y="209015"/>
                      <a:pt x="0" y="167568"/>
                    </a:cubicBezTo>
                    <a:lnTo>
                      <a:pt x="0" y="75046"/>
                    </a:lnTo>
                    <a:cubicBezTo>
                      <a:pt x="0" y="55143"/>
                      <a:pt x="7907" y="36054"/>
                      <a:pt x="21981" y="21981"/>
                    </a:cubicBezTo>
                    <a:cubicBezTo>
                      <a:pt x="36054" y="7907"/>
                      <a:pt x="55143" y="0"/>
                      <a:pt x="75046" y="0"/>
                    </a:cubicBezTo>
                    <a:close/>
                  </a:path>
                </a:pathLst>
              </a:custGeom>
              <a:ln w="9525" cap="rnd">
                <a:solidFill>
                  <a:srgbClr val="E3E2DE"/>
                </a:solidFill>
                <a:prstDash val="solid"/>
                <a:round/>
              </a:ln>
            </p:spPr>
          </p:sp>
          <p:sp>
            <p:nvSpPr>
              <p:cNvPr name="TextBox 11" id="11"/>
              <p:cNvSpPr txBox="true"/>
              <p:nvPr/>
            </p:nvSpPr>
            <p:spPr>
              <a:xfrm>
                <a:off x="0" y="-19050"/>
                <a:ext cx="1195732" cy="261665"/>
              </a:xfrm>
              <a:prstGeom prst="rect">
                <a:avLst/>
              </a:prstGeom>
            </p:spPr>
            <p:txBody>
              <a:bodyPr anchor="ctr" rtlCol="false" tIns="50800" lIns="50800" bIns="50800" rIns="50800"/>
              <a:lstStyle/>
              <a:p>
                <a:pPr algn="ctr">
                  <a:lnSpc>
                    <a:spcPts val="4270"/>
                  </a:lnSpc>
                </a:pPr>
              </a:p>
            </p:txBody>
          </p:sp>
        </p:grpSp>
        <p:sp>
          <p:nvSpPr>
            <p:cNvPr name="TextBox 12" id="12"/>
            <p:cNvSpPr txBox="true"/>
            <p:nvPr/>
          </p:nvSpPr>
          <p:spPr>
            <a:xfrm rot="0">
              <a:off x="490893" y="407959"/>
              <a:ext cx="6033236" cy="655059"/>
            </a:xfrm>
            <a:prstGeom prst="rect">
              <a:avLst/>
            </a:prstGeom>
          </p:spPr>
          <p:txBody>
            <a:bodyPr anchor="t" rtlCol="false" tIns="0" lIns="0" bIns="0" rIns="0">
              <a:spAutoFit/>
            </a:bodyPr>
            <a:lstStyle/>
            <a:p>
              <a:pPr algn="ctr">
                <a:lnSpc>
                  <a:spcPts val="3500"/>
                </a:lnSpc>
              </a:pPr>
              <a:r>
                <a:rPr lang="en-US" b="true" sz="3500">
                  <a:solidFill>
                    <a:srgbClr val="E3E2DE"/>
                  </a:solidFill>
                  <a:latin typeface="Work Sans Bold"/>
                  <a:ea typeface="Work Sans Bold"/>
                  <a:cs typeface="Work Sans Bold"/>
                  <a:sym typeface="Work Sans Bold"/>
                </a:rPr>
                <a:t>EVENT COMMITTEE</a:t>
              </a:r>
            </a:p>
          </p:txBody>
        </p:sp>
      </p:grpSp>
      <p:grpSp>
        <p:nvGrpSpPr>
          <p:cNvPr name="Group 13" id="13"/>
          <p:cNvGrpSpPr/>
          <p:nvPr/>
        </p:nvGrpSpPr>
        <p:grpSpPr>
          <a:xfrm rot="0">
            <a:off x="9144000" y="5975112"/>
            <a:ext cx="5261266" cy="1067513"/>
            <a:chOff x="0" y="0"/>
            <a:chExt cx="7015022" cy="1423351"/>
          </a:xfrm>
        </p:grpSpPr>
        <p:grpSp>
          <p:nvGrpSpPr>
            <p:cNvPr name="Group 14" id="14"/>
            <p:cNvGrpSpPr/>
            <p:nvPr/>
          </p:nvGrpSpPr>
          <p:grpSpPr>
            <a:xfrm rot="0">
              <a:off x="0" y="0"/>
              <a:ext cx="7015022" cy="1423351"/>
              <a:chOff x="0" y="0"/>
              <a:chExt cx="1195732" cy="242615"/>
            </a:xfrm>
          </p:grpSpPr>
          <p:sp>
            <p:nvSpPr>
              <p:cNvPr name="Freeform 15" id="15"/>
              <p:cNvSpPr/>
              <p:nvPr/>
            </p:nvSpPr>
            <p:spPr>
              <a:xfrm flipH="false" flipV="false" rot="0">
                <a:off x="0" y="0"/>
                <a:ext cx="1195732" cy="242615"/>
              </a:xfrm>
              <a:custGeom>
                <a:avLst/>
                <a:gdLst/>
                <a:ahLst/>
                <a:cxnLst/>
                <a:rect r="r" b="b" t="t" l="l"/>
                <a:pathLst>
                  <a:path h="242615" w="1195732">
                    <a:moveTo>
                      <a:pt x="75046" y="0"/>
                    </a:moveTo>
                    <a:lnTo>
                      <a:pt x="1120686" y="0"/>
                    </a:lnTo>
                    <a:cubicBezTo>
                      <a:pt x="1140589" y="0"/>
                      <a:pt x="1159678" y="7907"/>
                      <a:pt x="1173751" y="21981"/>
                    </a:cubicBezTo>
                    <a:cubicBezTo>
                      <a:pt x="1187825" y="36054"/>
                      <a:pt x="1195732" y="55143"/>
                      <a:pt x="1195732" y="75046"/>
                    </a:cubicBezTo>
                    <a:lnTo>
                      <a:pt x="1195732" y="167568"/>
                    </a:lnTo>
                    <a:cubicBezTo>
                      <a:pt x="1195732" y="209015"/>
                      <a:pt x="1162133" y="242615"/>
                      <a:pt x="1120686" y="242615"/>
                    </a:cubicBezTo>
                    <a:lnTo>
                      <a:pt x="75046" y="242615"/>
                    </a:lnTo>
                    <a:cubicBezTo>
                      <a:pt x="33599" y="242615"/>
                      <a:pt x="0" y="209015"/>
                      <a:pt x="0" y="167568"/>
                    </a:cubicBezTo>
                    <a:lnTo>
                      <a:pt x="0" y="75046"/>
                    </a:lnTo>
                    <a:cubicBezTo>
                      <a:pt x="0" y="55143"/>
                      <a:pt x="7907" y="36054"/>
                      <a:pt x="21981" y="21981"/>
                    </a:cubicBezTo>
                    <a:cubicBezTo>
                      <a:pt x="36054" y="7907"/>
                      <a:pt x="55143" y="0"/>
                      <a:pt x="75046" y="0"/>
                    </a:cubicBezTo>
                    <a:close/>
                  </a:path>
                </a:pathLst>
              </a:custGeom>
              <a:ln w="9525" cap="rnd">
                <a:solidFill>
                  <a:srgbClr val="E3E2DE"/>
                </a:solidFill>
                <a:prstDash val="solid"/>
                <a:round/>
              </a:ln>
            </p:spPr>
          </p:sp>
          <p:sp>
            <p:nvSpPr>
              <p:cNvPr name="TextBox 16" id="16"/>
              <p:cNvSpPr txBox="true"/>
              <p:nvPr/>
            </p:nvSpPr>
            <p:spPr>
              <a:xfrm>
                <a:off x="0" y="-19050"/>
                <a:ext cx="1195732" cy="261665"/>
              </a:xfrm>
              <a:prstGeom prst="rect">
                <a:avLst/>
              </a:prstGeom>
            </p:spPr>
            <p:txBody>
              <a:bodyPr anchor="ctr" rtlCol="false" tIns="50800" lIns="50800" bIns="50800" rIns="50800"/>
              <a:lstStyle/>
              <a:p>
                <a:pPr algn="ctr">
                  <a:lnSpc>
                    <a:spcPts val="4270"/>
                  </a:lnSpc>
                </a:pPr>
              </a:p>
            </p:txBody>
          </p:sp>
        </p:grpSp>
        <p:sp>
          <p:nvSpPr>
            <p:cNvPr name="TextBox 17" id="17"/>
            <p:cNvSpPr txBox="true"/>
            <p:nvPr/>
          </p:nvSpPr>
          <p:spPr>
            <a:xfrm rot="0">
              <a:off x="570522" y="407959"/>
              <a:ext cx="5873977" cy="655059"/>
            </a:xfrm>
            <a:prstGeom prst="rect">
              <a:avLst/>
            </a:prstGeom>
          </p:spPr>
          <p:txBody>
            <a:bodyPr anchor="t" rtlCol="false" tIns="0" lIns="0" bIns="0" rIns="0">
              <a:spAutoFit/>
            </a:bodyPr>
            <a:lstStyle/>
            <a:p>
              <a:pPr algn="ctr">
                <a:lnSpc>
                  <a:spcPts val="3500"/>
                </a:lnSpc>
              </a:pPr>
              <a:r>
                <a:rPr lang="en-US" b="true" sz="3500">
                  <a:solidFill>
                    <a:srgbClr val="E3E2DE"/>
                  </a:solidFill>
                  <a:latin typeface="Work Sans Bold"/>
                  <a:ea typeface="Work Sans Bold"/>
                  <a:cs typeface="Work Sans Bold"/>
                  <a:sym typeface="Work Sans Bold"/>
                </a:rPr>
                <a:t>EVENT VENUE</a:t>
              </a:r>
            </a:p>
          </p:txBody>
        </p:sp>
      </p:grpSp>
      <p:grpSp>
        <p:nvGrpSpPr>
          <p:cNvPr name="Group 18" id="18"/>
          <p:cNvGrpSpPr/>
          <p:nvPr/>
        </p:nvGrpSpPr>
        <p:grpSpPr>
          <a:xfrm rot="0">
            <a:off x="9144000" y="8724543"/>
            <a:ext cx="5261266" cy="1067513"/>
            <a:chOff x="0" y="0"/>
            <a:chExt cx="7015022" cy="1423351"/>
          </a:xfrm>
        </p:grpSpPr>
        <p:grpSp>
          <p:nvGrpSpPr>
            <p:cNvPr name="Group 19" id="19"/>
            <p:cNvGrpSpPr/>
            <p:nvPr/>
          </p:nvGrpSpPr>
          <p:grpSpPr>
            <a:xfrm rot="0">
              <a:off x="0" y="0"/>
              <a:ext cx="7015022" cy="1423351"/>
              <a:chOff x="0" y="0"/>
              <a:chExt cx="1195732" cy="242615"/>
            </a:xfrm>
          </p:grpSpPr>
          <p:sp>
            <p:nvSpPr>
              <p:cNvPr name="Freeform 20" id="20"/>
              <p:cNvSpPr/>
              <p:nvPr/>
            </p:nvSpPr>
            <p:spPr>
              <a:xfrm flipH="false" flipV="false" rot="0">
                <a:off x="0" y="0"/>
                <a:ext cx="1195732" cy="242615"/>
              </a:xfrm>
              <a:custGeom>
                <a:avLst/>
                <a:gdLst/>
                <a:ahLst/>
                <a:cxnLst/>
                <a:rect r="r" b="b" t="t" l="l"/>
                <a:pathLst>
                  <a:path h="242615" w="1195732">
                    <a:moveTo>
                      <a:pt x="75046" y="0"/>
                    </a:moveTo>
                    <a:lnTo>
                      <a:pt x="1120686" y="0"/>
                    </a:lnTo>
                    <a:cubicBezTo>
                      <a:pt x="1140589" y="0"/>
                      <a:pt x="1159678" y="7907"/>
                      <a:pt x="1173751" y="21981"/>
                    </a:cubicBezTo>
                    <a:cubicBezTo>
                      <a:pt x="1187825" y="36054"/>
                      <a:pt x="1195732" y="55143"/>
                      <a:pt x="1195732" y="75046"/>
                    </a:cubicBezTo>
                    <a:lnTo>
                      <a:pt x="1195732" y="167568"/>
                    </a:lnTo>
                    <a:cubicBezTo>
                      <a:pt x="1195732" y="209015"/>
                      <a:pt x="1162133" y="242615"/>
                      <a:pt x="1120686" y="242615"/>
                    </a:cubicBezTo>
                    <a:lnTo>
                      <a:pt x="75046" y="242615"/>
                    </a:lnTo>
                    <a:cubicBezTo>
                      <a:pt x="33599" y="242615"/>
                      <a:pt x="0" y="209015"/>
                      <a:pt x="0" y="167568"/>
                    </a:cubicBezTo>
                    <a:lnTo>
                      <a:pt x="0" y="75046"/>
                    </a:lnTo>
                    <a:cubicBezTo>
                      <a:pt x="0" y="55143"/>
                      <a:pt x="7907" y="36054"/>
                      <a:pt x="21981" y="21981"/>
                    </a:cubicBezTo>
                    <a:cubicBezTo>
                      <a:pt x="36054" y="7907"/>
                      <a:pt x="55143" y="0"/>
                      <a:pt x="75046" y="0"/>
                    </a:cubicBezTo>
                    <a:close/>
                  </a:path>
                </a:pathLst>
              </a:custGeom>
              <a:ln w="9525" cap="rnd">
                <a:solidFill>
                  <a:srgbClr val="E3E2DE"/>
                </a:solidFill>
                <a:prstDash val="solid"/>
                <a:round/>
              </a:ln>
            </p:spPr>
          </p:sp>
          <p:sp>
            <p:nvSpPr>
              <p:cNvPr name="TextBox 21" id="21"/>
              <p:cNvSpPr txBox="true"/>
              <p:nvPr/>
            </p:nvSpPr>
            <p:spPr>
              <a:xfrm>
                <a:off x="0" y="-19050"/>
                <a:ext cx="1195732" cy="261665"/>
              </a:xfrm>
              <a:prstGeom prst="rect">
                <a:avLst/>
              </a:prstGeom>
            </p:spPr>
            <p:txBody>
              <a:bodyPr anchor="ctr" rtlCol="false" tIns="50800" lIns="50800" bIns="50800" rIns="50800"/>
              <a:lstStyle/>
              <a:p>
                <a:pPr algn="ctr">
                  <a:lnSpc>
                    <a:spcPts val="4270"/>
                  </a:lnSpc>
                </a:pPr>
              </a:p>
            </p:txBody>
          </p:sp>
        </p:grpSp>
        <p:sp>
          <p:nvSpPr>
            <p:cNvPr name="TextBox 22" id="22"/>
            <p:cNvSpPr txBox="true"/>
            <p:nvPr/>
          </p:nvSpPr>
          <p:spPr>
            <a:xfrm rot="0">
              <a:off x="0" y="407959"/>
              <a:ext cx="7015022" cy="655059"/>
            </a:xfrm>
            <a:prstGeom prst="rect">
              <a:avLst/>
            </a:prstGeom>
          </p:spPr>
          <p:txBody>
            <a:bodyPr anchor="t" rtlCol="false" tIns="0" lIns="0" bIns="0" rIns="0">
              <a:spAutoFit/>
            </a:bodyPr>
            <a:lstStyle/>
            <a:p>
              <a:pPr algn="ctr">
                <a:lnSpc>
                  <a:spcPts val="3500"/>
                </a:lnSpc>
              </a:pPr>
              <a:r>
                <a:rPr lang="en-US" b="true" sz="3500">
                  <a:solidFill>
                    <a:srgbClr val="E3E2DE"/>
                  </a:solidFill>
                  <a:latin typeface="Work Sans Bold"/>
                  <a:ea typeface="Work Sans Bold"/>
                  <a:cs typeface="Work Sans Bold"/>
                  <a:sym typeface="Work Sans Bold"/>
                </a:rPr>
                <a:t>PROJECT TIMELINE</a:t>
              </a:r>
            </a:p>
          </p:txBody>
        </p:sp>
      </p:grpSp>
      <p:grpSp>
        <p:nvGrpSpPr>
          <p:cNvPr name="Group 23" id="23"/>
          <p:cNvGrpSpPr/>
          <p:nvPr/>
        </p:nvGrpSpPr>
        <p:grpSpPr>
          <a:xfrm rot="0">
            <a:off x="11150329" y="4600397"/>
            <a:ext cx="5261266" cy="1067513"/>
            <a:chOff x="0" y="0"/>
            <a:chExt cx="7015022" cy="1423351"/>
          </a:xfrm>
        </p:grpSpPr>
        <p:grpSp>
          <p:nvGrpSpPr>
            <p:cNvPr name="Group 24" id="24"/>
            <p:cNvGrpSpPr/>
            <p:nvPr/>
          </p:nvGrpSpPr>
          <p:grpSpPr>
            <a:xfrm rot="0">
              <a:off x="0" y="0"/>
              <a:ext cx="7015022" cy="1423351"/>
              <a:chOff x="0" y="0"/>
              <a:chExt cx="1195732" cy="242615"/>
            </a:xfrm>
          </p:grpSpPr>
          <p:sp>
            <p:nvSpPr>
              <p:cNvPr name="Freeform 25" id="25"/>
              <p:cNvSpPr/>
              <p:nvPr/>
            </p:nvSpPr>
            <p:spPr>
              <a:xfrm flipH="false" flipV="false" rot="0">
                <a:off x="0" y="0"/>
                <a:ext cx="1195732" cy="242615"/>
              </a:xfrm>
              <a:custGeom>
                <a:avLst/>
                <a:gdLst/>
                <a:ahLst/>
                <a:cxnLst/>
                <a:rect r="r" b="b" t="t" l="l"/>
                <a:pathLst>
                  <a:path h="242615" w="1195732">
                    <a:moveTo>
                      <a:pt x="75046" y="0"/>
                    </a:moveTo>
                    <a:lnTo>
                      <a:pt x="1120686" y="0"/>
                    </a:lnTo>
                    <a:cubicBezTo>
                      <a:pt x="1140589" y="0"/>
                      <a:pt x="1159678" y="7907"/>
                      <a:pt x="1173751" y="21981"/>
                    </a:cubicBezTo>
                    <a:cubicBezTo>
                      <a:pt x="1187825" y="36054"/>
                      <a:pt x="1195732" y="55143"/>
                      <a:pt x="1195732" y="75046"/>
                    </a:cubicBezTo>
                    <a:lnTo>
                      <a:pt x="1195732" y="167568"/>
                    </a:lnTo>
                    <a:cubicBezTo>
                      <a:pt x="1195732" y="209015"/>
                      <a:pt x="1162133" y="242615"/>
                      <a:pt x="1120686" y="242615"/>
                    </a:cubicBezTo>
                    <a:lnTo>
                      <a:pt x="75046" y="242615"/>
                    </a:lnTo>
                    <a:cubicBezTo>
                      <a:pt x="33599" y="242615"/>
                      <a:pt x="0" y="209015"/>
                      <a:pt x="0" y="167568"/>
                    </a:cubicBezTo>
                    <a:lnTo>
                      <a:pt x="0" y="75046"/>
                    </a:lnTo>
                    <a:cubicBezTo>
                      <a:pt x="0" y="55143"/>
                      <a:pt x="7907" y="36054"/>
                      <a:pt x="21981" y="21981"/>
                    </a:cubicBezTo>
                    <a:cubicBezTo>
                      <a:pt x="36054" y="7907"/>
                      <a:pt x="55143" y="0"/>
                      <a:pt x="75046" y="0"/>
                    </a:cubicBezTo>
                    <a:close/>
                  </a:path>
                </a:pathLst>
              </a:custGeom>
              <a:ln w="9525" cap="rnd">
                <a:solidFill>
                  <a:srgbClr val="E3E2DE"/>
                </a:solidFill>
                <a:prstDash val="solid"/>
                <a:round/>
              </a:ln>
            </p:spPr>
          </p:sp>
          <p:sp>
            <p:nvSpPr>
              <p:cNvPr name="TextBox 26" id="26"/>
              <p:cNvSpPr txBox="true"/>
              <p:nvPr/>
            </p:nvSpPr>
            <p:spPr>
              <a:xfrm>
                <a:off x="0" y="-19050"/>
                <a:ext cx="1195732" cy="261665"/>
              </a:xfrm>
              <a:prstGeom prst="rect">
                <a:avLst/>
              </a:prstGeom>
            </p:spPr>
            <p:txBody>
              <a:bodyPr anchor="ctr" rtlCol="false" tIns="50800" lIns="50800" bIns="50800" rIns="50800"/>
              <a:lstStyle/>
              <a:p>
                <a:pPr algn="ctr">
                  <a:lnSpc>
                    <a:spcPts val="4270"/>
                  </a:lnSpc>
                </a:pPr>
              </a:p>
            </p:txBody>
          </p:sp>
        </p:grpSp>
        <p:sp>
          <p:nvSpPr>
            <p:cNvPr name="TextBox 27" id="27"/>
            <p:cNvSpPr txBox="true"/>
            <p:nvPr/>
          </p:nvSpPr>
          <p:spPr>
            <a:xfrm rot="0">
              <a:off x="769596" y="407959"/>
              <a:ext cx="5475830" cy="655059"/>
            </a:xfrm>
            <a:prstGeom prst="rect">
              <a:avLst/>
            </a:prstGeom>
          </p:spPr>
          <p:txBody>
            <a:bodyPr anchor="t" rtlCol="false" tIns="0" lIns="0" bIns="0" rIns="0">
              <a:spAutoFit/>
            </a:bodyPr>
            <a:lstStyle/>
            <a:p>
              <a:pPr algn="ctr">
                <a:lnSpc>
                  <a:spcPts val="3500"/>
                </a:lnSpc>
              </a:pPr>
              <a:r>
                <a:rPr lang="en-US" b="true" sz="3500">
                  <a:solidFill>
                    <a:srgbClr val="E3E2DE"/>
                  </a:solidFill>
                  <a:latin typeface="Work Sans Bold"/>
                  <a:ea typeface="Work Sans Bold"/>
                  <a:cs typeface="Work Sans Bold"/>
                  <a:sym typeface="Work Sans Bold"/>
                </a:rPr>
                <a:t>EVENT ACTIVITIES</a:t>
              </a:r>
            </a:p>
          </p:txBody>
        </p:sp>
      </p:grpSp>
      <p:grpSp>
        <p:nvGrpSpPr>
          <p:cNvPr name="Group 28" id="28"/>
          <p:cNvGrpSpPr/>
          <p:nvPr/>
        </p:nvGrpSpPr>
        <p:grpSpPr>
          <a:xfrm rot="0">
            <a:off x="11150329" y="7349828"/>
            <a:ext cx="5261266" cy="1067513"/>
            <a:chOff x="0" y="0"/>
            <a:chExt cx="7015022" cy="1423351"/>
          </a:xfrm>
        </p:grpSpPr>
        <p:grpSp>
          <p:nvGrpSpPr>
            <p:cNvPr name="Group 29" id="29"/>
            <p:cNvGrpSpPr/>
            <p:nvPr/>
          </p:nvGrpSpPr>
          <p:grpSpPr>
            <a:xfrm rot="0">
              <a:off x="0" y="0"/>
              <a:ext cx="7015022" cy="1423351"/>
              <a:chOff x="0" y="0"/>
              <a:chExt cx="1195732" cy="242615"/>
            </a:xfrm>
          </p:grpSpPr>
          <p:sp>
            <p:nvSpPr>
              <p:cNvPr name="Freeform 30" id="30"/>
              <p:cNvSpPr/>
              <p:nvPr/>
            </p:nvSpPr>
            <p:spPr>
              <a:xfrm flipH="false" flipV="false" rot="0">
                <a:off x="0" y="0"/>
                <a:ext cx="1195732" cy="242615"/>
              </a:xfrm>
              <a:custGeom>
                <a:avLst/>
                <a:gdLst/>
                <a:ahLst/>
                <a:cxnLst/>
                <a:rect r="r" b="b" t="t" l="l"/>
                <a:pathLst>
                  <a:path h="242615" w="1195732">
                    <a:moveTo>
                      <a:pt x="75046" y="0"/>
                    </a:moveTo>
                    <a:lnTo>
                      <a:pt x="1120686" y="0"/>
                    </a:lnTo>
                    <a:cubicBezTo>
                      <a:pt x="1140589" y="0"/>
                      <a:pt x="1159678" y="7907"/>
                      <a:pt x="1173751" y="21981"/>
                    </a:cubicBezTo>
                    <a:cubicBezTo>
                      <a:pt x="1187825" y="36054"/>
                      <a:pt x="1195732" y="55143"/>
                      <a:pt x="1195732" y="75046"/>
                    </a:cubicBezTo>
                    <a:lnTo>
                      <a:pt x="1195732" y="167568"/>
                    </a:lnTo>
                    <a:cubicBezTo>
                      <a:pt x="1195732" y="209015"/>
                      <a:pt x="1162133" y="242615"/>
                      <a:pt x="1120686" y="242615"/>
                    </a:cubicBezTo>
                    <a:lnTo>
                      <a:pt x="75046" y="242615"/>
                    </a:lnTo>
                    <a:cubicBezTo>
                      <a:pt x="33599" y="242615"/>
                      <a:pt x="0" y="209015"/>
                      <a:pt x="0" y="167568"/>
                    </a:cubicBezTo>
                    <a:lnTo>
                      <a:pt x="0" y="75046"/>
                    </a:lnTo>
                    <a:cubicBezTo>
                      <a:pt x="0" y="55143"/>
                      <a:pt x="7907" y="36054"/>
                      <a:pt x="21981" y="21981"/>
                    </a:cubicBezTo>
                    <a:cubicBezTo>
                      <a:pt x="36054" y="7907"/>
                      <a:pt x="55143" y="0"/>
                      <a:pt x="75046" y="0"/>
                    </a:cubicBezTo>
                    <a:close/>
                  </a:path>
                </a:pathLst>
              </a:custGeom>
              <a:ln w="9525" cap="rnd">
                <a:solidFill>
                  <a:srgbClr val="E3E2DE"/>
                </a:solidFill>
                <a:prstDash val="solid"/>
                <a:round/>
              </a:ln>
            </p:spPr>
          </p:sp>
          <p:sp>
            <p:nvSpPr>
              <p:cNvPr name="TextBox 31" id="31"/>
              <p:cNvSpPr txBox="true"/>
              <p:nvPr/>
            </p:nvSpPr>
            <p:spPr>
              <a:xfrm>
                <a:off x="0" y="-19050"/>
                <a:ext cx="1195732" cy="261665"/>
              </a:xfrm>
              <a:prstGeom prst="rect">
                <a:avLst/>
              </a:prstGeom>
            </p:spPr>
            <p:txBody>
              <a:bodyPr anchor="ctr" rtlCol="false" tIns="50800" lIns="50800" bIns="50800" rIns="50800"/>
              <a:lstStyle/>
              <a:p>
                <a:pPr algn="ctr">
                  <a:lnSpc>
                    <a:spcPts val="4270"/>
                  </a:lnSpc>
                </a:pPr>
              </a:p>
            </p:txBody>
          </p:sp>
        </p:grpSp>
        <p:sp>
          <p:nvSpPr>
            <p:cNvPr name="TextBox 32" id="32"/>
            <p:cNvSpPr txBox="true"/>
            <p:nvPr/>
          </p:nvSpPr>
          <p:spPr>
            <a:xfrm rot="0">
              <a:off x="769596" y="407934"/>
              <a:ext cx="5475830" cy="655108"/>
            </a:xfrm>
            <a:prstGeom prst="rect">
              <a:avLst/>
            </a:prstGeom>
          </p:spPr>
          <p:txBody>
            <a:bodyPr anchor="t" rtlCol="false" tIns="0" lIns="0" bIns="0" rIns="0">
              <a:spAutoFit/>
            </a:bodyPr>
            <a:lstStyle/>
            <a:p>
              <a:pPr algn="ctr">
                <a:lnSpc>
                  <a:spcPts val="3500"/>
                </a:lnSpc>
              </a:pPr>
              <a:r>
                <a:rPr lang="en-US" b="true" sz="3500">
                  <a:solidFill>
                    <a:srgbClr val="E3E2DE"/>
                  </a:solidFill>
                  <a:latin typeface="Work Sans Bold"/>
                  <a:ea typeface="Work Sans Bold"/>
                  <a:cs typeface="Work Sans Bold"/>
                  <a:sym typeface="Work Sans Bold"/>
                </a:rPr>
                <a:t>LIST OF ARTISTS</a:t>
              </a:r>
            </a:p>
          </p:txBody>
        </p:sp>
      </p:grpSp>
      <p:grpSp>
        <p:nvGrpSpPr>
          <p:cNvPr name="Group 33" id="33"/>
          <p:cNvGrpSpPr/>
          <p:nvPr/>
        </p:nvGrpSpPr>
        <p:grpSpPr>
          <a:xfrm rot="0">
            <a:off x="11150329" y="1850966"/>
            <a:ext cx="5261266" cy="1067513"/>
            <a:chOff x="0" y="0"/>
            <a:chExt cx="7015022" cy="1423351"/>
          </a:xfrm>
        </p:grpSpPr>
        <p:grpSp>
          <p:nvGrpSpPr>
            <p:cNvPr name="Group 34" id="34"/>
            <p:cNvGrpSpPr/>
            <p:nvPr/>
          </p:nvGrpSpPr>
          <p:grpSpPr>
            <a:xfrm rot="0">
              <a:off x="0" y="0"/>
              <a:ext cx="7015022" cy="1423351"/>
              <a:chOff x="0" y="0"/>
              <a:chExt cx="1195732" cy="242615"/>
            </a:xfrm>
          </p:grpSpPr>
          <p:sp>
            <p:nvSpPr>
              <p:cNvPr name="Freeform 35" id="35"/>
              <p:cNvSpPr/>
              <p:nvPr/>
            </p:nvSpPr>
            <p:spPr>
              <a:xfrm flipH="false" flipV="false" rot="0">
                <a:off x="0" y="0"/>
                <a:ext cx="1195732" cy="242615"/>
              </a:xfrm>
              <a:custGeom>
                <a:avLst/>
                <a:gdLst/>
                <a:ahLst/>
                <a:cxnLst/>
                <a:rect r="r" b="b" t="t" l="l"/>
                <a:pathLst>
                  <a:path h="242615" w="1195732">
                    <a:moveTo>
                      <a:pt x="75046" y="0"/>
                    </a:moveTo>
                    <a:lnTo>
                      <a:pt x="1120686" y="0"/>
                    </a:lnTo>
                    <a:cubicBezTo>
                      <a:pt x="1140589" y="0"/>
                      <a:pt x="1159678" y="7907"/>
                      <a:pt x="1173751" y="21981"/>
                    </a:cubicBezTo>
                    <a:cubicBezTo>
                      <a:pt x="1187825" y="36054"/>
                      <a:pt x="1195732" y="55143"/>
                      <a:pt x="1195732" y="75046"/>
                    </a:cubicBezTo>
                    <a:lnTo>
                      <a:pt x="1195732" y="167568"/>
                    </a:lnTo>
                    <a:cubicBezTo>
                      <a:pt x="1195732" y="209015"/>
                      <a:pt x="1162133" y="242615"/>
                      <a:pt x="1120686" y="242615"/>
                    </a:cubicBezTo>
                    <a:lnTo>
                      <a:pt x="75046" y="242615"/>
                    </a:lnTo>
                    <a:cubicBezTo>
                      <a:pt x="33599" y="242615"/>
                      <a:pt x="0" y="209015"/>
                      <a:pt x="0" y="167568"/>
                    </a:cubicBezTo>
                    <a:lnTo>
                      <a:pt x="0" y="75046"/>
                    </a:lnTo>
                    <a:cubicBezTo>
                      <a:pt x="0" y="55143"/>
                      <a:pt x="7907" y="36054"/>
                      <a:pt x="21981" y="21981"/>
                    </a:cubicBezTo>
                    <a:cubicBezTo>
                      <a:pt x="36054" y="7907"/>
                      <a:pt x="55143" y="0"/>
                      <a:pt x="75046" y="0"/>
                    </a:cubicBezTo>
                    <a:close/>
                  </a:path>
                </a:pathLst>
              </a:custGeom>
              <a:ln w="9525" cap="rnd">
                <a:solidFill>
                  <a:srgbClr val="E3E2DE"/>
                </a:solidFill>
                <a:prstDash val="solid"/>
                <a:round/>
              </a:ln>
            </p:spPr>
          </p:sp>
          <p:sp>
            <p:nvSpPr>
              <p:cNvPr name="TextBox 36" id="36"/>
              <p:cNvSpPr txBox="true"/>
              <p:nvPr/>
            </p:nvSpPr>
            <p:spPr>
              <a:xfrm>
                <a:off x="0" y="-19050"/>
                <a:ext cx="1195732" cy="261665"/>
              </a:xfrm>
              <a:prstGeom prst="rect">
                <a:avLst/>
              </a:prstGeom>
            </p:spPr>
            <p:txBody>
              <a:bodyPr anchor="ctr" rtlCol="false" tIns="50800" lIns="50800" bIns="50800" rIns="50800"/>
              <a:lstStyle/>
              <a:p>
                <a:pPr algn="ctr">
                  <a:lnSpc>
                    <a:spcPts val="4270"/>
                  </a:lnSpc>
                </a:pPr>
              </a:p>
            </p:txBody>
          </p:sp>
        </p:grpSp>
        <p:sp>
          <p:nvSpPr>
            <p:cNvPr name="TextBox 37" id="37"/>
            <p:cNvSpPr txBox="true"/>
            <p:nvPr/>
          </p:nvSpPr>
          <p:spPr>
            <a:xfrm rot="0">
              <a:off x="351542" y="407959"/>
              <a:ext cx="6311939" cy="655059"/>
            </a:xfrm>
            <a:prstGeom prst="rect">
              <a:avLst/>
            </a:prstGeom>
          </p:spPr>
          <p:txBody>
            <a:bodyPr anchor="t" rtlCol="false" tIns="0" lIns="0" bIns="0" rIns="0">
              <a:spAutoFit/>
            </a:bodyPr>
            <a:lstStyle/>
            <a:p>
              <a:pPr algn="ctr">
                <a:lnSpc>
                  <a:spcPts val="3500"/>
                </a:lnSpc>
              </a:pPr>
              <a:r>
                <a:rPr lang="en-US" b="true" sz="3500">
                  <a:solidFill>
                    <a:srgbClr val="E3E2DE"/>
                  </a:solidFill>
                  <a:latin typeface="Work Sans Bold"/>
                  <a:ea typeface="Work Sans Bold"/>
                  <a:cs typeface="Work Sans Bold"/>
                  <a:sym typeface="Work Sans Bold"/>
                </a:rPr>
                <a:t>ABOUT THE EVENT</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351AA"/>
        </a:solidFill>
      </p:bgPr>
    </p:bg>
    <p:spTree>
      <p:nvGrpSpPr>
        <p:cNvPr id="1" name=""/>
        <p:cNvGrpSpPr/>
        <p:nvPr/>
      </p:nvGrpSpPr>
      <p:grpSpPr>
        <a:xfrm>
          <a:off x="0" y="0"/>
          <a:ext cx="0" cy="0"/>
          <a:chOff x="0" y="0"/>
          <a:chExt cx="0" cy="0"/>
        </a:xfrm>
      </p:grpSpPr>
      <p:grpSp>
        <p:nvGrpSpPr>
          <p:cNvPr name="Group 2" id="2"/>
          <p:cNvGrpSpPr/>
          <p:nvPr/>
        </p:nvGrpSpPr>
        <p:grpSpPr>
          <a:xfrm rot="5400000">
            <a:off x="17045625" y="262575"/>
            <a:ext cx="552450" cy="979799"/>
            <a:chOff x="0" y="0"/>
            <a:chExt cx="189122" cy="335417"/>
          </a:xfrm>
        </p:grpSpPr>
        <p:sp>
          <p:nvSpPr>
            <p:cNvPr name="Freeform 3" id="3"/>
            <p:cNvSpPr/>
            <p:nvPr/>
          </p:nvSpPr>
          <p:spPr>
            <a:xfrm flipH="false" flipV="false" rot="0">
              <a:off x="0" y="0"/>
              <a:ext cx="189122" cy="335417"/>
            </a:xfrm>
            <a:custGeom>
              <a:avLst/>
              <a:gdLst/>
              <a:ahLst/>
              <a:cxnLst/>
              <a:rect r="r" b="b" t="t" l="l"/>
              <a:pathLst>
                <a:path h="335417" w="189122">
                  <a:moveTo>
                    <a:pt x="94561" y="0"/>
                  </a:moveTo>
                  <a:lnTo>
                    <a:pt x="94561" y="0"/>
                  </a:lnTo>
                  <a:cubicBezTo>
                    <a:pt x="146785" y="0"/>
                    <a:pt x="189122" y="42336"/>
                    <a:pt x="189122" y="94561"/>
                  </a:cubicBezTo>
                  <a:lnTo>
                    <a:pt x="189122" y="240856"/>
                  </a:lnTo>
                  <a:cubicBezTo>
                    <a:pt x="189122" y="265936"/>
                    <a:pt x="179159" y="289988"/>
                    <a:pt x="161425" y="307721"/>
                  </a:cubicBezTo>
                  <a:cubicBezTo>
                    <a:pt x="143692" y="325455"/>
                    <a:pt x="119640" y="335417"/>
                    <a:pt x="94561" y="335417"/>
                  </a:cubicBezTo>
                  <a:lnTo>
                    <a:pt x="94561" y="335417"/>
                  </a:lnTo>
                  <a:cubicBezTo>
                    <a:pt x="42336" y="335417"/>
                    <a:pt x="0" y="293081"/>
                    <a:pt x="0" y="240856"/>
                  </a:cubicBezTo>
                  <a:lnTo>
                    <a:pt x="0" y="94561"/>
                  </a:lnTo>
                  <a:cubicBezTo>
                    <a:pt x="0" y="69482"/>
                    <a:pt x="9963" y="45430"/>
                    <a:pt x="27696" y="27696"/>
                  </a:cubicBezTo>
                  <a:cubicBezTo>
                    <a:pt x="45430" y="9963"/>
                    <a:pt x="69482" y="0"/>
                    <a:pt x="94561" y="0"/>
                  </a:cubicBezTo>
                  <a:close/>
                </a:path>
              </a:pathLst>
            </a:custGeom>
            <a:ln w="9525" cap="rnd">
              <a:solidFill>
                <a:srgbClr val="E3E2DE"/>
              </a:solidFill>
              <a:prstDash val="solid"/>
              <a:round/>
            </a:ln>
          </p:spPr>
        </p:sp>
        <p:sp>
          <p:nvSpPr>
            <p:cNvPr name="TextBox 4" id="4"/>
            <p:cNvSpPr txBox="true"/>
            <p:nvPr/>
          </p:nvSpPr>
          <p:spPr>
            <a:xfrm>
              <a:off x="0" y="-9525"/>
              <a:ext cx="189122" cy="344942"/>
            </a:xfrm>
            <a:prstGeom prst="rect">
              <a:avLst/>
            </a:prstGeom>
          </p:spPr>
          <p:txBody>
            <a:bodyPr anchor="ctr" rtlCol="false" tIns="50800" lIns="50800" bIns="50800" rIns="50800"/>
            <a:lstStyle/>
            <a:p>
              <a:pPr algn="ctr">
                <a:lnSpc>
                  <a:spcPts val="3049"/>
                </a:lnSpc>
              </a:pPr>
            </a:p>
          </p:txBody>
        </p:sp>
      </p:grpSp>
      <p:grpSp>
        <p:nvGrpSpPr>
          <p:cNvPr name="Group 5" id="5"/>
          <p:cNvGrpSpPr/>
          <p:nvPr/>
        </p:nvGrpSpPr>
        <p:grpSpPr>
          <a:xfrm rot="0">
            <a:off x="10462865" y="9056114"/>
            <a:ext cx="3281439" cy="694492"/>
            <a:chOff x="0" y="0"/>
            <a:chExt cx="1920219" cy="406400"/>
          </a:xfrm>
        </p:grpSpPr>
        <p:sp>
          <p:nvSpPr>
            <p:cNvPr name="Freeform 6" id="6"/>
            <p:cNvSpPr/>
            <p:nvPr/>
          </p:nvSpPr>
          <p:spPr>
            <a:xfrm flipH="false" flipV="false" rot="0">
              <a:off x="0" y="0"/>
              <a:ext cx="1920219" cy="406400"/>
            </a:xfrm>
            <a:custGeom>
              <a:avLst/>
              <a:gdLst/>
              <a:ahLst/>
              <a:cxnLst/>
              <a:rect r="r" b="b" t="t" l="l"/>
              <a:pathLst>
                <a:path h="406400" w="1920219">
                  <a:moveTo>
                    <a:pt x="1717019" y="0"/>
                  </a:moveTo>
                  <a:cubicBezTo>
                    <a:pt x="1829243" y="0"/>
                    <a:pt x="1920219" y="90976"/>
                    <a:pt x="1920219" y="203200"/>
                  </a:cubicBezTo>
                  <a:cubicBezTo>
                    <a:pt x="1920219" y="315424"/>
                    <a:pt x="1829243" y="406400"/>
                    <a:pt x="1717019" y="406400"/>
                  </a:cubicBezTo>
                  <a:lnTo>
                    <a:pt x="203200" y="406400"/>
                  </a:lnTo>
                  <a:cubicBezTo>
                    <a:pt x="90976" y="406400"/>
                    <a:pt x="0" y="315424"/>
                    <a:pt x="0" y="203200"/>
                  </a:cubicBezTo>
                  <a:cubicBezTo>
                    <a:pt x="0" y="90976"/>
                    <a:pt x="90976" y="0"/>
                    <a:pt x="203200" y="0"/>
                  </a:cubicBezTo>
                  <a:close/>
                </a:path>
              </a:pathLst>
            </a:custGeom>
            <a:ln w="19050" cap="sq">
              <a:solidFill>
                <a:srgbClr val="E3E2DE"/>
              </a:solidFill>
              <a:prstDash val="solid"/>
              <a:miter/>
            </a:ln>
          </p:spPr>
        </p:sp>
        <p:sp>
          <p:nvSpPr>
            <p:cNvPr name="TextBox 7" id="7"/>
            <p:cNvSpPr txBox="true"/>
            <p:nvPr/>
          </p:nvSpPr>
          <p:spPr>
            <a:xfrm>
              <a:off x="0" y="28575"/>
              <a:ext cx="1920219" cy="377825"/>
            </a:xfrm>
            <a:prstGeom prst="rect">
              <a:avLst/>
            </a:prstGeom>
          </p:spPr>
          <p:txBody>
            <a:bodyPr anchor="ctr" rtlCol="false" tIns="53951" lIns="53951" bIns="53951" rIns="53951"/>
            <a:lstStyle/>
            <a:p>
              <a:pPr algn="ctr" marL="0" indent="0" lvl="0">
                <a:lnSpc>
                  <a:spcPts val="2300"/>
                </a:lnSpc>
                <a:spcBef>
                  <a:spcPct val="0"/>
                </a:spcBef>
              </a:pPr>
            </a:p>
          </p:txBody>
        </p:sp>
      </p:grpSp>
      <p:grpSp>
        <p:nvGrpSpPr>
          <p:cNvPr name="Group 8" id="8"/>
          <p:cNvGrpSpPr/>
          <p:nvPr/>
        </p:nvGrpSpPr>
        <p:grpSpPr>
          <a:xfrm rot="0">
            <a:off x="10462865" y="2286000"/>
            <a:ext cx="6492139" cy="6580037"/>
            <a:chOff x="0" y="0"/>
            <a:chExt cx="16972913" cy="17202712"/>
          </a:xfrm>
        </p:grpSpPr>
        <p:sp>
          <p:nvSpPr>
            <p:cNvPr name="Freeform 9" id="9"/>
            <p:cNvSpPr/>
            <p:nvPr/>
          </p:nvSpPr>
          <p:spPr>
            <a:xfrm flipH="false" flipV="false" rot="0">
              <a:off x="0" y="0"/>
              <a:ext cx="16972913" cy="17202713"/>
            </a:xfrm>
            <a:custGeom>
              <a:avLst/>
              <a:gdLst/>
              <a:ahLst/>
              <a:cxnLst/>
              <a:rect r="r" b="b" t="t" l="l"/>
              <a:pathLst>
                <a:path h="17202713" w="16972913">
                  <a:moveTo>
                    <a:pt x="8486449" y="0"/>
                  </a:moveTo>
                  <a:lnTo>
                    <a:pt x="8486466" y="0"/>
                  </a:lnTo>
                  <a:cubicBezTo>
                    <a:pt x="13173402" y="1"/>
                    <a:pt x="16972913" y="3850956"/>
                    <a:pt x="16972913" y="8601349"/>
                  </a:cubicBezTo>
                  <a:lnTo>
                    <a:pt x="16972913" y="17202713"/>
                  </a:lnTo>
                  <a:lnTo>
                    <a:pt x="0" y="17202713"/>
                  </a:lnTo>
                  <a:lnTo>
                    <a:pt x="0" y="8601349"/>
                  </a:lnTo>
                  <a:cubicBezTo>
                    <a:pt x="0" y="3850955"/>
                    <a:pt x="3799513" y="0"/>
                    <a:pt x="8486449" y="0"/>
                  </a:cubicBezTo>
                  <a:close/>
                </a:path>
              </a:pathLst>
            </a:custGeom>
            <a:blipFill>
              <a:blip r:embed="rId2"/>
              <a:stretch>
                <a:fillRect l="-16364" t="-6514" r="0" b="-65701"/>
              </a:stretch>
            </a:blipFill>
          </p:spPr>
        </p:sp>
      </p:grpSp>
      <p:sp>
        <p:nvSpPr>
          <p:cNvPr name="TextBox 10" id="10"/>
          <p:cNvSpPr txBox="true"/>
          <p:nvPr/>
        </p:nvSpPr>
        <p:spPr>
          <a:xfrm rot="0">
            <a:off x="327696" y="276225"/>
            <a:ext cx="10663994" cy="2009775"/>
          </a:xfrm>
          <a:prstGeom prst="rect">
            <a:avLst/>
          </a:prstGeom>
        </p:spPr>
        <p:txBody>
          <a:bodyPr anchor="t" rtlCol="false" tIns="0" lIns="0" bIns="0" rIns="0">
            <a:spAutoFit/>
          </a:bodyPr>
          <a:lstStyle/>
          <a:p>
            <a:pPr algn="l">
              <a:lnSpc>
                <a:spcPts val="15000"/>
              </a:lnSpc>
            </a:pPr>
            <a:r>
              <a:rPr lang="en-US" sz="15000" spc="-825" b="true">
                <a:solidFill>
                  <a:srgbClr val="E3E2DE"/>
                </a:solidFill>
                <a:latin typeface="Aileron Heavy"/>
                <a:ea typeface="Aileron Heavy"/>
                <a:cs typeface="Aileron Heavy"/>
                <a:sym typeface="Aileron Heavy"/>
              </a:rPr>
              <a:t>Introduction</a:t>
            </a:r>
          </a:p>
        </p:txBody>
      </p:sp>
      <p:sp>
        <p:nvSpPr>
          <p:cNvPr name="TextBox 11" id="11"/>
          <p:cNvSpPr txBox="true"/>
          <p:nvPr/>
        </p:nvSpPr>
        <p:spPr>
          <a:xfrm rot="0">
            <a:off x="1938977" y="4723429"/>
            <a:ext cx="6803911" cy="3009900"/>
          </a:xfrm>
          <a:prstGeom prst="rect">
            <a:avLst/>
          </a:prstGeom>
        </p:spPr>
        <p:txBody>
          <a:bodyPr anchor="t" rtlCol="false" tIns="0" lIns="0" bIns="0" rIns="0">
            <a:spAutoFit/>
          </a:bodyPr>
          <a:lstStyle/>
          <a:p>
            <a:pPr algn="just">
              <a:lnSpc>
                <a:spcPts val="2637"/>
              </a:lnSpc>
            </a:pPr>
            <a:r>
              <a:rPr lang="en-US" sz="2198">
                <a:solidFill>
                  <a:srgbClr val="E3E2DE"/>
                </a:solidFill>
                <a:latin typeface="Work Sans"/>
                <a:ea typeface="Work Sans"/>
                <a:cs typeface="Work Sans"/>
                <a:sym typeface="Work Sans"/>
              </a:rPr>
              <a:t>We proudly announce that we will create an art exhibition this year featuring some of the popular artists in town.</a:t>
            </a:r>
          </a:p>
          <a:p>
            <a:pPr algn="just">
              <a:lnSpc>
                <a:spcPts val="2637"/>
              </a:lnSpc>
            </a:pPr>
          </a:p>
          <a:p>
            <a:pPr algn="just" marL="0" indent="0" lvl="1">
              <a:lnSpc>
                <a:spcPts val="2637"/>
              </a:lnSpc>
            </a:pPr>
            <a:r>
              <a:rPr lang="en-US" sz="2198" strike="noStrike" u="none">
                <a:solidFill>
                  <a:srgbClr val="E3E2DE"/>
                </a:solidFill>
                <a:latin typeface="Work Sans"/>
                <a:ea typeface="Work Sans"/>
                <a:cs typeface="Work Sans"/>
                <a:sym typeface="Work Sans"/>
              </a:rPr>
              <a:t>For this year’s event, we aim to increase the number of visitors and provide a compelling art exhibition. We believe, together we can make this year’s event become one of the town's greatest art exhibitions.</a:t>
            </a:r>
          </a:p>
        </p:txBody>
      </p:sp>
      <p:sp>
        <p:nvSpPr>
          <p:cNvPr name="TextBox 12" id="12"/>
          <p:cNvSpPr txBox="true"/>
          <p:nvPr/>
        </p:nvSpPr>
        <p:spPr>
          <a:xfrm rot="0">
            <a:off x="16831951" y="633413"/>
            <a:ext cx="979799" cy="304800"/>
          </a:xfrm>
          <a:prstGeom prst="rect">
            <a:avLst/>
          </a:prstGeom>
        </p:spPr>
        <p:txBody>
          <a:bodyPr anchor="t" rtlCol="false" tIns="0" lIns="0" bIns="0" rIns="0">
            <a:spAutoFit/>
          </a:bodyPr>
          <a:lstStyle/>
          <a:p>
            <a:pPr algn="ctr" marL="0" indent="0" lvl="0">
              <a:lnSpc>
                <a:spcPts val="2249"/>
              </a:lnSpc>
              <a:spcBef>
                <a:spcPct val="0"/>
              </a:spcBef>
            </a:pPr>
            <a:r>
              <a:rPr lang="en-US" b="true" sz="2499">
                <a:solidFill>
                  <a:srgbClr val="E3E2DE"/>
                </a:solidFill>
                <a:latin typeface="Work Sans Bold"/>
                <a:ea typeface="Work Sans Bold"/>
                <a:cs typeface="Work Sans Bold"/>
                <a:sym typeface="Work Sans Bold"/>
              </a:rPr>
              <a:t>01</a:t>
            </a:r>
          </a:p>
        </p:txBody>
      </p:sp>
      <p:sp>
        <p:nvSpPr>
          <p:cNvPr name="TextBox 13" id="13"/>
          <p:cNvSpPr txBox="true"/>
          <p:nvPr/>
        </p:nvSpPr>
        <p:spPr>
          <a:xfrm rot="0">
            <a:off x="10462865" y="9270946"/>
            <a:ext cx="3281439" cy="360077"/>
          </a:xfrm>
          <a:prstGeom prst="rect">
            <a:avLst/>
          </a:prstGeom>
        </p:spPr>
        <p:txBody>
          <a:bodyPr anchor="t" rtlCol="false" tIns="0" lIns="0" bIns="0" rIns="0">
            <a:spAutoFit/>
          </a:bodyPr>
          <a:lstStyle/>
          <a:p>
            <a:pPr algn="ctr" marL="0" indent="0" lvl="0">
              <a:lnSpc>
                <a:spcPts val="2489"/>
              </a:lnSpc>
              <a:spcBef>
                <a:spcPct val="0"/>
              </a:spcBef>
            </a:pPr>
            <a:r>
              <a:rPr lang="en-US" b="true" sz="2999" spc="-92">
                <a:solidFill>
                  <a:srgbClr val="E3E2DE"/>
                </a:solidFill>
                <a:latin typeface="Work Sans Bold"/>
                <a:ea typeface="Work Sans Bold"/>
                <a:cs typeface="Work Sans Bold"/>
                <a:sym typeface="Work Sans Bold"/>
              </a:rPr>
              <a:t>ESTELLE DARCY</a:t>
            </a:r>
          </a:p>
        </p:txBody>
      </p:sp>
      <p:sp>
        <p:nvSpPr>
          <p:cNvPr name="TextBox 14" id="14"/>
          <p:cNvSpPr txBox="true"/>
          <p:nvPr/>
        </p:nvSpPr>
        <p:spPr>
          <a:xfrm rot="0">
            <a:off x="13744304" y="9217622"/>
            <a:ext cx="3514996" cy="371475"/>
          </a:xfrm>
          <a:prstGeom prst="rect">
            <a:avLst/>
          </a:prstGeom>
        </p:spPr>
        <p:txBody>
          <a:bodyPr anchor="t" rtlCol="false" tIns="0" lIns="0" bIns="0" rIns="0">
            <a:spAutoFit/>
          </a:bodyPr>
          <a:lstStyle/>
          <a:p>
            <a:pPr algn="ctr" marL="0" indent="0" lvl="1">
              <a:lnSpc>
                <a:spcPts val="2999"/>
              </a:lnSpc>
            </a:pPr>
            <a:r>
              <a:rPr lang="en-US" b="true" sz="2499">
                <a:solidFill>
                  <a:srgbClr val="E3E2DE"/>
                </a:solidFill>
                <a:latin typeface="Work Sans Bold"/>
                <a:ea typeface="Work Sans Bold"/>
                <a:cs typeface="Work Sans Bold"/>
                <a:sym typeface="Work Sans Bold"/>
              </a:rPr>
              <a:t>Head of Committee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3E2DE"/>
        </a:solidFill>
      </p:bgPr>
    </p:bg>
    <p:spTree>
      <p:nvGrpSpPr>
        <p:cNvPr id="1" name=""/>
        <p:cNvGrpSpPr/>
        <p:nvPr/>
      </p:nvGrpSpPr>
      <p:grpSpPr>
        <a:xfrm>
          <a:off x="0" y="0"/>
          <a:ext cx="0" cy="0"/>
          <a:chOff x="0" y="0"/>
          <a:chExt cx="0" cy="0"/>
        </a:xfrm>
      </p:grpSpPr>
      <p:grpSp>
        <p:nvGrpSpPr>
          <p:cNvPr name="Group 2" id="2"/>
          <p:cNvGrpSpPr/>
          <p:nvPr/>
        </p:nvGrpSpPr>
        <p:grpSpPr>
          <a:xfrm rot="0">
            <a:off x="5541372" y="2846746"/>
            <a:ext cx="4876851" cy="6964004"/>
            <a:chOff x="0" y="0"/>
            <a:chExt cx="12749938" cy="18206546"/>
          </a:xfrm>
        </p:grpSpPr>
        <p:sp>
          <p:nvSpPr>
            <p:cNvPr name="Freeform 3" id="3"/>
            <p:cNvSpPr/>
            <p:nvPr/>
          </p:nvSpPr>
          <p:spPr>
            <a:xfrm flipH="false" flipV="false" rot="0">
              <a:off x="0" y="0"/>
              <a:ext cx="12749938" cy="18206546"/>
            </a:xfrm>
            <a:custGeom>
              <a:avLst/>
              <a:gdLst/>
              <a:ahLst/>
              <a:cxnLst/>
              <a:rect r="r" b="b" t="t" l="l"/>
              <a:pathLst>
                <a:path h="18206546" w="12749938">
                  <a:moveTo>
                    <a:pt x="11693193" y="2003457"/>
                  </a:moveTo>
                  <a:lnTo>
                    <a:pt x="11509478" y="2003457"/>
                  </a:lnTo>
                  <a:lnTo>
                    <a:pt x="11509478" y="1798001"/>
                  </a:lnTo>
                  <a:cubicBezTo>
                    <a:pt x="11509478" y="1321141"/>
                    <a:pt x="11376821" y="863812"/>
                    <a:pt x="11140687" y="526621"/>
                  </a:cubicBezTo>
                  <a:cubicBezTo>
                    <a:pt x="10904555" y="189430"/>
                    <a:pt x="10584290" y="-1"/>
                    <a:pt x="10250347" y="0"/>
                  </a:cubicBezTo>
                  <a:lnTo>
                    <a:pt x="2499590" y="0"/>
                  </a:lnTo>
                  <a:cubicBezTo>
                    <a:pt x="2165648" y="0"/>
                    <a:pt x="1845383" y="189431"/>
                    <a:pt x="1609250" y="526622"/>
                  </a:cubicBezTo>
                  <a:cubicBezTo>
                    <a:pt x="1373117" y="863812"/>
                    <a:pt x="1240459" y="1321141"/>
                    <a:pt x="1240459" y="1798001"/>
                  </a:cubicBezTo>
                  <a:lnTo>
                    <a:pt x="1240459" y="2003457"/>
                  </a:lnTo>
                  <a:lnTo>
                    <a:pt x="1056744" y="2003457"/>
                  </a:lnTo>
                  <a:cubicBezTo>
                    <a:pt x="776478" y="2003457"/>
                    <a:pt x="507691" y="2162440"/>
                    <a:pt x="309513" y="2445433"/>
                  </a:cubicBezTo>
                  <a:cubicBezTo>
                    <a:pt x="111335" y="2728426"/>
                    <a:pt x="0" y="3112247"/>
                    <a:pt x="0" y="3512459"/>
                  </a:cubicBezTo>
                  <a:lnTo>
                    <a:pt x="0" y="14694088"/>
                  </a:lnTo>
                  <a:cubicBezTo>
                    <a:pt x="0" y="15094299"/>
                    <a:pt x="111335" y="15478120"/>
                    <a:pt x="309513" y="15761112"/>
                  </a:cubicBezTo>
                  <a:cubicBezTo>
                    <a:pt x="507691" y="16044104"/>
                    <a:pt x="776478" y="16203089"/>
                    <a:pt x="1056744" y="16203087"/>
                  </a:cubicBezTo>
                  <a:lnTo>
                    <a:pt x="1240459" y="16203087"/>
                  </a:lnTo>
                  <a:lnTo>
                    <a:pt x="1240459" y="16408544"/>
                  </a:lnTo>
                  <a:cubicBezTo>
                    <a:pt x="1240460" y="17401553"/>
                    <a:pt x="1804192" y="18206546"/>
                    <a:pt x="2499590" y="18206546"/>
                  </a:cubicBezTo>
                  <a:lnTo>
                    <a:pt x="10250347" y="18206546"/>
                  </a:lnTo>
                  <a:cubicBezTo>
                    <a:pt x="10584290" y="18206546"/>
                    <a:pt x="10904555" y="18017114"/>
                    <a:pt x="11140687" y="17679925"/>
                  </a:cubicBezTo>
                  <a:cubicBezTo>
                    <a:pt x="11376820" y="17342734"/>
                    <a:pt x="11509478" y="16885405"/>
                    <a:pt x="11509478" y="16408544"/>
                  </a:cubicBezTo>
                  <a:lnTo>
                    <a:pt x="11509478" y="16203087"/>
                  </a:lnTo>
                  <a:lnTo>
                    <a:pt x="11693193" y="16203087"/>
                  </a:lnTo>
                  <a:cubicBezTo>
                    <a:pt x="11973460" y="16203087"/>
                    <a:pt x="12242247" y="16044104"/>
                    <a:pt x="12440425" y="15761111"/>
                  </a:cubicBezTo>
                  <a:cubicBezTo>
                    <a:pt x="12638602" y="15478120"/>
                    <a:pt x="12749938" y="15094299"/>
                    <a:pt x="12749938" y="14694088"/>
                  </a:cubicBezTo>
                  <a:lnTo>
                    <a:pt x="12749938" y="3512459"/>
                  </a:lnTo>
                  <a:cubicBezTo>
                    <a:pt x="12749938" y="3112247"/>
                    <a:pt x="12638602" y="2728426"/>
                    <a:pt x="12440425" y="2445433"/>
                  </a:cubicBezTo>
                  <a:cubicBezTo>
                    <a:pt x="12242247" y="2162441"/>
                    <a:pt x="11973460" y="2003457"/>
                    <a:pt x="11693193" y="2003457"/>
                  </a:cubicBezTo>
                  <a:close/>
                </a:path>
              </a:pathLst>
            </a:custGeom>
            <a:blipFill>
              <a:blip r:embed="rId2"/>
              <a:stretch>
                <a:fillRect l="-39809" t="0" r="-39809" b="0"/>
              </a:stretch>
            </a:blipFill>
          </p:spPr>
        </p:sp>
      </p:grpSp>
      <p:grpSp>
        <p:nvGrpSpPr>
          <p:cNvPr name="Group 4" id="4"/>
          <p:cNvGrpSpPr/>
          <p:nvPr/>
        </p:nvGrpSpPr>
        <p:grpSpPr>
          <a:xfrm rot="0">
            <a:off x="476250" y="2846746"/>
            <a:ext cx="4876851" cy="6964004"/>
            <a:chOff x="0" y="0"/>
            <a:chExt cx="12749938" cy="18206546"/>
          </a:xfrm>
        </p:grpSpPr>
        <p:sp>
          <p:nvSpPr>
            <p:cNvPr name="Freeform 5" id="5"/>
            <p:cNvSpPr/>
            <p:nvPr/>
          </p:nvSpPr>
          <p:spPr>
            <a:xfrm flipH="false" flipV="false" rot="0">
              <a:off x="0" y="0"/>
              <a:ext cx="12749938" cy="18206546"/>
            </a:xfrm>
            <a:custGeom>
              <a:avLst/>
              <a:gdLst/>
              <a:ahLst/>
              <a:cxnLst/>
              <a:rect r="r" b="b" t="t" l="l"/>
              <a:pathLst>
                <a:path h="18206546" w="12749938">
                  <a:moveTo>
                    <a:pt x="11693193" y="2003457"/>
                  </a:moveTo>
                  <a:lnTo>
                    <a:pt x="11509478" y="2003457"/>
                  </a:lnTo>
                  <a:lnTo>
                    <a:pt x="11509478" y="1798001"/>
                  </a:lnTo>
                  <a:cubicBezTo>
                    <a:pt x="11509478" y="1321141"/>
                    <a:pt x="11376821" y="863812"/>
                    <a:pt x="11140687" y="526621"/>
                  </a:cubicBezTo>
                  <a:cubicBezTo>
                    <a:pt x="10904555" y="189430"/>
                    <a:pt x="10584290" y="-1"/>
                    <a:pt x="10250347" y="0"/>
                  </a:cubicBezTo>
                  <a:lnTo>
                    <a:pt x="2499590" y="0"/>
                  </a:lnTo>
                  <a:cubicBezTo>
                    <a:pt x="2165648" y="0"/>
                    <a:pt x="1845383" y="189431"/>
                    <a:pt x="1609250" y="526622"/>
                  </a:cubicBezTo>
                  <a:cubicBezTo>
                    <a:pt x="1373117" y="863812"/>
                    <a:pt x="1240459" y="1321141"/>
                    <a:pt x="1240459" y="1798001"/>
                  </a:cubicBezTo>
                  <a:lnTo>
                    <a:pt x="1240459" y="2003457"/>
                  </a:lnTo>
                  <a:lnTo>
                    <a:pt x="1056744" y="2003457"/>
                  </a:lnTo>
                  <a:cubicBezTo>
                    <a:pt x="776478" y="2003457"/>
                    <a:pt x="507691" y="2162440"/>
                    <a:pt x="309513" y="2445433"/>
                  </a:cubicBezTo>
                  <a:cubicBezTo>
                    <a:pt x="111335" y="2728426"/>
                    <a:pt x="0" y="3112247"/>
                    <a:pt x="0" y="3512459"/>
                  </a:cubicBezTo>
                  <a:lnTo>
                    <a:pt x="0" y="14694088"/>
                  </a:lnTo>
                  <a:cubicBezTo>
                    <a:pt x="0" y="15094299"/>
                    <a:pt x="111335" y="15478120"/>
                    <a:pt x="309513" y="15761112"/>
                  </a:cubicBezTo>
                  <a:cubicBezTo>
                    <a:pt x="507691" y="16044104"/>
                    <a:pt x="776478" y="16203089"/>
                    <a:pt x="1056744" y="16203087"/>
                  </a:cubicBezTo>
                  <a:lnTo>
                    <a:pt x="1240459" y="16203087"/>
                  </a:lnTo>
                  <a:lnTo>
                    <a:pt x="1240459" y="16408544"/>
                  </a:lnTo>
                  <a:cubicBezTo>
                    <a:pt x="1240460" y="17401553"/>
                    <a:pt x="1804192" y="18206546"/>
                    <a:pt x="2499590" y="18206546"/>
                  </a:cubicBezTo>
                  <a:lnTo>
                    <a:pt x="10250347" y="18206546"/>
                  </a:lnTo>
                  <a:cubicBezTo>
                    <a:pt x="10584290" y="18206546"/>
                    <a:pt x="10904555" y="18017114"/>
                    <a:pt x="11140687" y="17679925"/>
                  </a:cubicBezTo>
                  <a:cubicBezTo>
                    <a:pt x="11376820" y="17342734"/>
                    <a:pt x="11509478" y="16885405"/>
                    <a:pt x="11509478" y="16408544"/>
                  </a:cubicBezTo>
                  <a:lnTo>
                    <a:pt x="11509478" y="16203087"/>
                  </a:lnTo>
                  <a:lnTo>
                    <a:pt x="11693193" y="16203087"/>
                  </a:lnTo>
                  <a:cubicBezTo>
                    <a:pt x="11973460" y="16203087"/>
                    <a:pt x="12242247" y="16044104"/>
                    <a:pt x="12440425" y="15761111"/>
                  </a:cubicBezTo>
                  <a:cubicBezTo>
                    <a:pt x="12638602" y="15478120"/>
                    <a:pt x="12749938" y="15094299"/>
                    <a:pt x="12749938" y="14694088"/>
                  </a:cubicBezTo>
                  <a:lnTo>
                    <a:pt x="12749938" y="3512459"/>
                  </a:lnTo>
                  <a:cubicBezTo>
                    <a:pt x="12749938" y="3112247"/>
                    <a:pt x="12638602" y="2728426"/>
                    <a:pt x="12440425" y="2445433"/>
                  </a:cubicBezTo>
                  <a:cubicBezTo>
                    <a:pt x="12242247" y="2162441"/>
                    <a:pt x="11973460" y="2003457"/>
                    <a:pt x="11693193" y="2003457"/>
                  </a:cubicBezTo>
                  <a:close/>
                </a:path>
              </a:pathLst>
            </a:custGeom>
            <a:blipFill>
              <a:blip r:embed="rId3"/>
              <a:stretch>
                <a:fillRect l="-19530" t="0" r="-94798" b="0"/>
              </a:stretch>
            </a:blipFill>
          </p:spPr>
        </p:sp>
      </p:grpSp>
      <p:sp>
        <p:nvSpPr>
          <p:cNvPr name="TextBox 6" id="6"/>
          <p:cNvSpPr txBox="true"/>
          <p:nvPr/>
        </p:nvSpPr>
        <p:spPr>
          <a:xfrm rot="0">
            <a:off x="476250" y="276225"/>
            <a:ext cx="14078968" cy="2009775"/>
          </a:xfrm>
          <a:prstGeom prst="rect">
            <a:avLst/>
          </a:prstGeom>
        </p:spPr>
        <p:txBody>
          <a:bodyPr anchor="t" rtlCol="false" tIns="0" lIns="0" bIns="0" rIns="0">
            <a:spAutoFit/>
          </a:bodyPr>
          <a:lstStyle/>
          <a:p>
            <a:pPr algn="l">
              <a:lnSpc>
                <a:spcPts val="15000"/>
              </a:lnSpc>
            </a:pPr>
            <a:r>
              <a:rPr lang="en-US" sz="15000" spc="-825" b="true">
                <a:solidFill>
                  <a:srgbClr val="1351AA"/>
                </a:solidFill>
                <a:latin typeface="Aileron Heavy"/>
                <a:ea typeface="Aileron Heavy"/>
                <a:cs typeface="Aileron Heavy"/>
                <a:sym typeface="Aileron Heavy"/>
              </a:rPr>
              <a:t>About the Event</a:t>
            </a:r>
          </a:p>
        </p:txBody>
      </p:sp>
      <p:sp>
        <p:nvSpPr>
          <p:cNvPr name="TextBox 7" id="7"/>
          <p:cNvSpPr txBox="true"/>
          <p:nvPr/>
        </p:nvSpPr>
        <p:spPr>
          <a:xfrm rot="0">
            <a:off x="11729519" y="5581650"/>
            <a:ext cx="5529781" cy="3676650"/>
          </a:xfrm>
          <a:prstGeom prst="rect">
            <a:avLst/>
          </a:prstGeom>
        </p:spPr>
        <p:txBody>
          <a:bodyPr anchor="t" rtlCol="false" tIns="0" lIns="0" bIns="0" rIns="0">
            <a:spAutoFit/>
          </a:bodyPr>
          <a:lstStyle/>
          <a:p>
            <a:pPr algn="just">
              <a:lnSpc>
                <a:spcPts val="2639"/>
              </a:lnSpc>
              <a:spcBef>
                <a:spcPct val="0"/>
              </a:spcBef>
            </a:pPr>
            <a:r>
              <a:rPr lang="en-US" sz="2199" strike="noStrike" u="none">
                <a:solidFill>
                  <a:srgbClr val="1351AA"/>
                </a:solidFill>
                <a:latin typeface="Work Sans"/>
                <a:ea typeface="Work Sans"/>
                <a:cs typeface="Work Sans"/>
                <a:sym typeface="Work Sans"/>
              </a:rPr>
              <a:t>The annual art exhibition from Borcelle has been held since 2001 to appreciate the great artwork of the talented local artists. All art enthusiasts gather to collaborate to make the event successfully held.</a:t>
            </a:r>
          </a:p>
          <a:p>
            <a:pPr algn="just" marL="0" indent="0" lvl="1">
              <a:lnSpc>
                <a:spcPts val="2639"/>
              </a:lnSpc>
              <a:spcBef>
                <a:spcPct val="0"/>
              </a:spcBef>
            </a:pPr>
          </a:p>
          <a:p>
            <a:pPr algn="just" marL="0" indent="0" lvl="1">
              <a:lnSpc>
                <a:spcPts val="2639"/>
              </a:lnSpc>
              <a:spcBef>
                <a:spcPct val="0"/>
              </a:spcBef>
            </a:pPr>
            <a:r>
              <a:rPr lang="en-US" sz="2199" strike="noStrike" u="none">
                <a:solidFill>
                  <a:srgbClr val="1351AA"/>
                </a:solidFill>
                <a:latin typeface="Work Sans"/>
                <a:ea typeface="Work Sans"/>
                <a:cs typeface="Work Sans"/>
                <a:sym typeface="Work Sans"/>
              </a:rPr>
              <a:t>The enthusiasm of the audience and guests fuels our spirit to continue the annual event and make improvements in all aspects every year.</a:t>
            </a:r>
          </a:p>
        </p:txBody>
      </p:sp>
      <p:grpSp>
        <p:nvGrpSpPr>
          <p:cNvPr name="Group 8" id="8"/>
          <p:cNvGrpSpPr/>
          <p:nvPr/>
        </p:nvGrpSpPr>
        <p:grpSpPr>
          <a:xfrm rot="5400000">
            <a:off x="17045625" y="262575"/>
            <a:ext cx="552450" cy="979799"/>
            <a:chOff x="0" y="0"/>
            <a:chExt cx="189122" cy="335417"/>
          </a:xfrm>
        </p:grpSpPr>
        <p:sp>
          <p:nvSpPr>
            <p:cNvPr name="Freeform 9" id="9"/>
            <p:cNvSpPr/>
            <p:nvPr/>
          </p:nvSpPr>
          <p:spPr>
            <a:xfrm flipH="false" flipV="false" rot="0">
              <a:off x="0" y="0"/>
              <a:ext cx="189122" cy="335417"/>
            </a:xfrm>
            <a:custGeom>
              <a:avLst/>
              <a:gdLst/>
              <a:ahLst/>
              <a:cxnLst/>
              <a:rect r="r" b="b" t="t" l="l"/>
              <a:pathLst>
                <a:path h="335417" w="189122">
                  <a:moveTo>
                    <a:pt x="94561" y="0"/>
                  </a:moveTo>
                  <a:lnTo>
                    <a:pt x="94561" y="0"/>
                  </a:lnTo>
                  <a:cubicBezTo>
                    <a:pt x="146785" y="0"/>
                    <a:pt x="189122" y="42336"/>
                    <a:pt x="189122" y="94561"/>
                  </a:cubicBezTo>
                  <a:lnTo>
                    <a:pt x="189122" y="240856"/>
                  </a:lnTo>
                  <a:cubicBezTo>
                    <a:pt x="189122" y="265936"/>
                    <a:pt x="179159" y="289988"/>
                    <a:pt x="161425" y="307721"/>
                  </a:cubicBezTo>
                  <a:cubicBezTo>
                    <a:pt x="143692" y="325455"/>
                    <a:pt x="119640" y="335417"/>
                    <a:pt x="94561" y="335417"/>
                  </a:cubicBezTo>
                  <a:lnTo>
                    <a:pt x="94561" y="335417"/>
                  </a:lnTo>
                  <a:cubicBezTo>
                    <a:pt x="42336" y="335417"/>
                    <a:pt x="0" y="293081"/>
                    <a:pt x="0" y="240856"/>
                  </a:cubicBezTo>
                  <a:lnTo>
                    <a:pt x="0" y="94561"/>
                  </a:lnTo>
                  <a:cubicBezTo>
                    <a:pt x="0" y="69482"/>
                    <a:pt x="9963" y="45430"/>
                    <a:pt x="27696" y="27696"/>
                  </a:cubicBezTo>
                  <a:cubicBezTo>
                    <a:pt x="45430" y="9963"/>
                    <a:pt x="69482" y="0"/>
                    <a:pt x="94561" y="0"/>
                  </a:cubicBezTo>
                  <a:close/>
                </a:path>
              </a:pathLst>
            </a:custGeom>
            <a:ln w="9525" cap="rnd">
              <a:solidFill>
                <a:srgbClr val="1351AA"/>
              </a:solidFill>
              <a:prstDash val="solid"/>
              <a:round/>
            </a:ln>
          </p:spPr>
        </p:sp>
        <p:sp>
          <p:nvSpPr>
            <p:cNvPr name="TextBox 10" id="10"/>
            <p:cNvSpPr txBox="true"/>
            <p:nvPr/>
          </p:nvSpPr>
          <p:spPr>
            <a:xfrm>
              <a:off x="0" y="-9525"/>
              <a:ext cx="189122" cy="344942"/>
            </a:xfrm>
            <a:prstGeom prst="rect">
              <a:avLst/>
            </a:prstGeom>
          </p:spPr>
          <p:txBody>
            <a:bodyPr anchor="ctr" rtlCol="false" tIns="50800" lIns="50800" bIns="50800" rIns="50800"/>
            <a:lstStyle/>
            <a:p>
              <a:pPr algn="ctr">
                <a:lnSpc>
                  <a:spcPts val="3049"/>
                </a:lnSpc>
              </a:pPr>
            </a:p>
          </p:txBody>
        </p:sp>
      </p:grpSp>
      <p:sp>
        <p:nvSpPr>
          <p:cNvPr name="TextBox 11" id="11"/>
          <p:cNvSpPr txBox="true"/>
          <p:nvPr/>
        </p:nvSpPr>
        <p:spPr>
          <a:xfrm rot="0">
            <a:off x="16831951" y="633413"/>
            <a:ext cx="979799" cy="304800"/>
          </a:xfrm>
          <a:prstGeom prst="rect">
            <a:avLst/>
          </a:prstGeom>
        </p:spPr>
        <p:txBody>
          <a:bodyPr anchor="t" rtlCol="false" tIns="0" lIns="0" bIns="0" rIns="0">
            <a:spAutoFit/>
          </a:bodyPr>
          <a:lstStyle/>
          <a:p>
            <a:pPr algn="ctr" marL="0" indent="0" lvl="0">
              <a:lnSpc>
                <a:spcPts val="2249"/>
              </a:lnSpc>
              <a:spcBef>
                <a:spcPct val="0"/>
              </a:spcBef>
            </a:pPr>
            <a:r>
              <a:rPr lang="en-US" b="true" sz="2499">
                <a:solidFill>
                  <a:srgbClr val="1351AA"/>
                </a:solidFill>
                <a:latin typeface="Work Sans Bold"/>
                <a:ea typeface="Work Sans Bold"/>
                <a:cs typeface="Work Sans Bold"/>
                <a:sym typeface="Work Sans Bold"/>
              </a:rPr>
              <a:t>02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351AA"/>
        </a:solidFill>
      </p:bgPr>
    </p:bg>
    <p:spTree>
      <p:nvGrpSpPr>
        <p:cNvPr id="1" name=""/>
        <p:cNvGrpSpPr/>
        <p:nvPr/>
      </p:nvGrpSpPr>
      <p:grpSpPr>
        <a:xfrm>
          <a:off x="0" y="0"/>
          <a:ext cx="0" cy="0"/>
          <a:chOff x="0" y="0"/>
          <a:chExt cx="0" cy="0"/>
        </a:xfrm>
      </p:grpSpPr>
      <p:grpSp>
        <p:nvGrpSpPr>
          <p:cNvPr name="Group 2" id="2"/>
          <p:cNvGrpSpPr/>
          <p:nvPr/>
        </p:nvGrpSpPr>
        <p:grpSpPr>
          <a:xfrm rot="0">
            <a:off x="1028623" y="2785632"/>
            <a:ext cx="4622852" cy="4622852"/>
            <a:chOff x="0" y="0"/>
            <a:chExt cx="13716000" cy="13716000"/>
          </a:xfrm>
        </p:grpSpPr>
        <p:sp>
          <p:nvSpPr>
            <p:cNvPr name="Freeform 3" id="3"/>
            <p:cNvSpPr/>
            <p:nvPr/>
          </p:nvSpPr>
          <p:spPr>
            <a:xfrm flipH="false" flipV="false" rot="0">
              <a:off x="0" y="0"/>
              <a:ext cx="13716000" cy="13716000"/>
            </a:xfrm>
            <a:custGeom>
              <a:avLst/>
              <a:gdLst/>
              <a:ahLst/>
              <a:cxnLst/>
              <a:rect r="r" b="b" t="t" l="l"/>
              <a:pathLst>
                <a:path h="13716000" w="13716000">
                  <a:moveTo>
                    <a:pt x="13716000" y="2191306"/>
                  </a:moveTo>
                  <a:cubicBezTo>
                    <a:pt x="12687471" y="2191306"/>
                    <a:pt x="11681410" y="1876072"/>
                    <a:pt x="10845038" y="1277447"/>
                  </a:cubicBezTo>
                  <a:cubicBezTo>
                    <a:pt x="8459878" y="-425816"/>
                    <a:pt x="5256130" y="-425816"/>
                    <a:pt x="2870970" y="1277447"/>
                  </a:cubicBezTo>
                  <a:cubicBezTo>
                    <a:pt x="2034592" y="1876072"/>
                    <a:pt x="1028532" y="2191306"/>
                    <a:pt x="0" y="2191306"/>
                  </a:cubicBezTo>
                  <a:lnTo>
                    <a:pt x="0" y="11524693"/>
                  </a:lnTo>
                  <a:cubicBezTo>
                    <a:pt x="1028532" y="11524693"/>
                    <a:pt x="2034592" y="11839927"/>
                    <a:pt x="2870962" y="12438553"/>
                  </a:cubicBezTo>
                  <a:cubicBezTo>
                    <a:pt x="5256122" y="14141816"/>
                    <a:pt x="8459870" y="14141816"/>
                    <a:pt x="10845030" y="12438553"/>
                  </a:cubicBezTo>
                  <a:cubicBezTo>
                    <a:pt x="11681404" y="11839927"/>
                    <a:pt x="12687464" y="11524693"/>
                    <a:pt x="13715992" y="11524693"/>
                  </a:cubicBezTo>
                  <a:lnTo>
                    <a:pt x="13715992" y="2191306"/>
                  </a:lnTo>
                  <a:close/>
                </a:path>
              </a:pathLst>
            </a:custGeom>
            <a:blipFill>
              <a:blip r:embed="rId2"/>
              <a:stretch>
                <a:fillRect l="-15003" t="-10108" r="-5666" b="-71008"/>
              </a:stretch>
            </a:blipFill>
          </p:spPr>
        </p:sp>
      </p:grpSp>
      <p:grpSp>
        <p:nvGrpSpPr>
          <p:cNvPr name="Group 4" id="4"/>
          <p:cNvGrpSpPr/>
          <p:nvPr/>
        </p:nvGrpSpPr>
        <p:grpSpPr>
          <a:xfrm rot="0">
            <a:off x="6832574" y="3296598"/>
            <a:ext cx="4622852" cy="4622852"/>
            <a:chOff x="0" y="0"/>
            <a:chExt cx="13716000" cy="13716000"/>
          </a:xfrm>
        </p:grpSpPr>
        <p:sp>
          <p:nvSpPr>
            <p:cNvPr name="Freeform 5" id="5"/>
            <p:cNvSpPr/>
            <p:nvPr/>
          </p:nvSpPr>
          <p:spPr>
            <a:xfrm flipH="false" flipV="false" rot="0">
              <a:off x="0" y="0"/>
              <a:ext cx="13716000" cy="13716000"/>
            </a:xfrm>
            <a:custGeom>
              <a:avLst/>
              <a:gdLst/>
              <a:ahLst/>
              <a:cxnLst/>
              <a:rect r="r" b="b" t="t" l="l"/>
              <a:pathLst>
                <a:path h="13716000" w="13716000">
                  <a:moveTo>
                    <a:pt x="13716000" y="2191306"/>
                  </a:moveTo>
                  <a:cubicBezTo>
                    <a:pt x="12687471" y="2191306"/>
                    <a:pt x="11681410" y="1876072"/>
                    <a:pt x="10845038" y="1277447"/>
                  </a:cubicBezTo>
                  <a:cubicBezTo>
                    <a:pt x="8459878" y="-425816"/>
                    <a:pt x="5256130" y="-425816"/>
                    <a:pt x="2870970" y="1277447"/>
                  </a:cubicBezTo>
                  <a:cubicBezTo>
                    <a:pt x="2034592" y="1876072"/>
                    <a:pt x="1028532" y="2191306"/>
                    <a:pt x="0" y="2191306"/>
                  </a:cubicBezTo>
                  <a:lnTo>
                    <a:pt x="0" y="11524693"/>
                  </a:lnTo>
                  <a:cubicBezTo>
                    <a:pt x="1028532" y="11524693"/>
                    <a:pt x="2034592" y="11839927"/>
                    <a:pt x="2870962" y="12438553"/>
                  </a:cubicBezTo>
                  <a:cubicBezTo>
                    <a:pt x="5256122" y="14141816"/>
                    <a:pt x="8459870" y="14141816"/>
                    <a:pt x="10845030" y="12438553"/>
                  </a:cubicBezTo>
                  <a:cubicBezTo>
                    <a:pt x="11681404" y="11839927"/>
                    <a:pt x="12687464" y="11524693"/>
                    <a:pt x="13715992" y="11524693"/>
                  </a:cubicBezTo>
                  <a:lnTo>
                    <a:pt x="13715992" y="2191306"/>
                  </a:lnTo>
                  <a:close/>
                </a:path>
              </a:pathLst>
            </a:custGeom>
            <a:blipFill>
              <a:blip r:embed="rId3"/>
              <a:stretch>
                <a:fillRect l="-22922" t="0" r="-8756" b="-97642"/>
              </a:stretch>
            </a:blipFill>
            <a:ln cap="sq">
              <a:noFill/>
              <a:prstDash val="solid"/>
              <a:miter/>
            </a:ln>
          </p:spPr>
        </p:sp>
      </p:grpSp>
      <p:grpSp>
        <p:nvGrpSpPr>
          <p:cNvPr name="Group 6" id="6"/>
          <p:cNvGrpSpPr/>
          <p:nvPr/>
        </p:nvGrpSpPr>
        <p:grpSpPr>
          <a:xfrm rot="0">
            <a:off x="12636448" y="2785632"/>
            <a:ext cx="4622852" cy="4622852"/>
            <a:chOff x="0" y="0"/>
            <a:chExt cx="13716000" cy="13716000"/>
          </a:xfrm>
        </p:grpSpPr>
        <p:sp>
          <p:nvSpPr>
            <p:cNvPr name="Freeform 7" id="7"/>
            <p:cNvSpPr/>
            <p:nvPr/>
          </p:nvSpPr>
          <p:spPr>
            <a:xfrm flipH="false" flipV="false" rot="0">
              <a:off x="0" y="0"/>
              <a:ext cx="13716000" cy="13716000"/>
            </a:xfrm>
            <a:custGeom>
              <a:avLst/>
              <a:gdLst/>
              <a:ahLst/>
              <a:cxnLst/>
              <a:rect r="r" b="b" t="t" l="l"/>
              <a:pathLst>
                <a:path h="13716000" w="13716000">
                  <a:moveTo>
                    <a:pt x="13716000" y="2191306"/>
                  </a:moveTo>
                  <a:cubicBezTo>
                    <a:pt x="12687471" y="2191306"/>
                    <a:pt x="11681410" y="1876072"/>
                    <a:pt x="10845038" y="1277447"/>
                  </a:cubicBezTo>
                  <a:cubicBezTo>
                    <a:pt x="8459878" y="-425816"/>
                    <a:pt x="5256130" y="-425816"/>
                    <a:pt x="2870970" y="1277447"/>
                  </a:cubicBezTo>
                  <a:cubicBezTo>
                    <a:pt x="2034592" y="1876072"/>
                    <a:pt x="1028532" y="2191306"/>
                    <a:pt x="0" y="2191306"/>
                  </a:cubicBezTo>
                  <a:lnTo>
                    <a:pt x="0" y="11524693"/>
                  </a:lnTo>
                  <a:cubicBezTo>
                    <a:pt x="1028532" y="11524693"/>
                    <a:pt x="2034592" y="11839927"/>
                    <a:pt x="2870962" y="12438553"/>
                  </a:cubicBezTo>
                  <a:cubicBezTo>
                    <a:pt x="5256122" y="14141816"/>
                    <a:pt x="8459870" y="14141816"/>
                    <a:pt x="10845030" y="12438553"/>
                  </a:cubicBezTo>
                  <a:cubicBezTo>
                    <a:pt x="11681404" y="11839927"/>
                    <a:pt x="12687464" y="11524693"/>
                    <a:pt x="13715992" y="11524693"/>
                  </a:cubicBezTo>
                  <a:lnTo>
                    <a:pt x="13715992" y="2191306"/>
                  </a:lnTo>
                  <a:close/>
                </a:path>
              </a:pathLst>
            </a:custGeom>
            <a:blipFill>
              <a:blip r:embed="rId4"/>
              <a:stretch>
                <a:fillRect l="0" t="-7533" r="0" b="-42560"/>
              </a:stretch>
            </a:blipFill>
          </p:spPr>
        </p:sp>
      </p:grpSp>
      <p:sp>
        <p:nvSpPr>
          <p:cNvPr name="TextBox 8" id="8"/>
          <p:cNvSpPr txBox="true"/>
          <p:nvPr/>
        </p:nvSpPr>
        <p:spPr>
          <a:xfrm rot="0">
            <a:off x="476250" y="276225"/>
            <a:ext cx="15273408" cy="2009775"/>
          </a:xfrm>
          <a:prstGeom prst="rect">
            <a:avLst/>
          </a:prstGeom>
        </p:spPr>
        <p:txBody>
          <a:bodyPr anchor="t" rtlCol="false" tIns="0" lIns="0" bIns="0" rIns="0">
            <a:spAutoFit/>
          </a:bodyPr>
          <a:lstStyle/>
          <a:p>
            <a:pPr algn="l">
              <a:lnSpc>
                <a:spcPts val="15000"/>
              </a:lnSpc>
            </a:pPr>
            <a:r>
              <a:rPr lang="en-US" sz="15000" spc="-825" b="true">
                <a:solidFill>
                  <a:srgbClr val="E3E2DE"/>
                </a:solidFill>
                <a:latin typeface="Aileron Heavy"/>
                <a:ea typeface="Aileron Heavy"/>
                <a:cs typeface="Aileron Heavy"/>
                <a:sym typeface="Aileron Heavy"/>
              </a:rPr>
              <a:t>Event Committee</a:t>
            </a:r>
          </a:p>
        </p:txBody>
      </p:sp>
      <p:grpSp>
        <p:nvGrpSpPr>
          <p:cNvPr name="Group 9" id="9"/>
          <p:cNvGrpSpPr/>
          <p:nvPr/>
        </p:nvGrpSpPr>
        <p:grpSpPr>
          <a:xfrm rot="0">
            <a:off x="1699406" y="7989551"/>
            <a:ext cx="3281439" cy="694492"/>
            <a:chOff x="0" y="0"/>
            <a:chExt cx="1920219" cy="406400"/>
          </a:xfrm>
        </p:grpSpPr>
        <p:sp>
          <p:nvSpPr>
            <p:cNvPr name="Freeform 10" id="10"/>
            <p:cNvSpPr/>
            <p:nvPr/>
          </p:nvSpPr>
          <p:spPr>
            <a:xfrm flipH="false" flipV="false" rot="0">
              <a:off x="0" y="0"/>
              <a:ext cx="1920219" cy="406400"/>
            </a:xfrm>
            <a:custGeom>
              <a:avLst/>
              <a:gdLst/>
              <a:ahLst/>
              <a:cxnLst/>
              <a:rect r="r" b="b" t="t" l="l"/>
              <a:pathLst>
                <a:path h="406400" w="1920219">
                  <a:moveTo>
                    <a:pt x="1717019" y="0"/>
                  </a:moveTo>
                  <a:cubicBezTo>
                    <a:pt x="1829243" y="0"/>
                    <a:pt x="1920219" y="90976"/>
                    <a:pt x="1920219" y="203200"/>
                  </a:cubicBezTo>
                  <a:cubicBezTo>
                    <a:pt x="1920219" y="315424"/>
                    <a:pt x="1829243" y="406400"/>
                    <a:pt x="1717019" y="406400"/>
                  </a:cubicBezTo>
                  <a:lnTo>
                    <a:pt x="203200" y="406400"/>
                  </a:lnTo>
                  <a:cubicBezTo>
                    <a:pt x="90976" y="406400"/>
                    <a:pt x="0" y="315424"/>
                    <a:pt x="0" y="203200"/>
                  </a:cubicBezTo>
                  <a:cubicBezTo>
                    <a:pt x="0" y="90976"/>
                    <a:pt x="90976" y="0"/>
                    <a:pt x="203200" y="0"/>
                  </a:cubicBezTo>
                  <a:close/>
                </a:path>
              </a:pathLst>
            </a:custGeom>
            <a:ln w="19050" cap="sq">
              <a:solidFill>
                <a:srgbClr val="E3E2DE"/>
              </a:solidFill>
              <a:prstDash val="solid"/>
              <a:miter/>
            </a:ln>
          </p:spPr>
        </p:sp>
        <p:sp>
          <p:nvSpPr>
            <p:cNvPr name="TextBox 11" id="11"/>
            <p:cNvSpPr txBox="true"/>
            <p:nvPr/>
          </p:nvSpPr>
          <p:spPr>
            <a:xfrm>
              <a:off x="0" y="28575"/>
              <a:ext cx="1920219" cy="377825"/>
            </a:xfrm>
            <a:prstGeom prst="rect">
              <a:avLst/>
            </a:prstGeom>
          </p:spPr>
          <p:txBody>
            <a:bodyPr anchor="ctr" rtlCol="false" tIns="53951" lIns="53951" bIns="53951" rIns="53951"/>
            <a:lstStyle/>
            <a:p>
              <a:pPr algn="ctr" marL="0" indent="0" lvl="0">
                <a:lnSpc>
                  <a:spcPts val="2300"/>
                </a:lnSpc>
                <a:spcBef>
                  <a:spcPct val="0"/>
                </a:spcBef>
              </a:pPr>
            </a:p>
          </p:txBody>
        </p:sp>
      </p:grpSp>
      <p:grpSp>
        <p:nvGrpSpPr>
          <p:cNvPr name="Group 12" id="12"/>
          <p:cNvGrpSpPr/>
          <p:nvPr/>
        </p:nvGrpSpPr>
        <p:grpSpPr>
          <a:xfrm rot="0">
            <a:off x="13307155" y="7989551"/>
            <a:ext cx="3281439" cy="694492"/>
            <a:chOff x="0" y="0"/>
            <a:chExt cx="1920219" cy="406400"/>
          </a:xfrm>
        </p:grpSpPr>
        <p:sp>
          <p:nvSpPr>
            <p:cNvPr name="Freeform 13" id="13"/>
            <p:cNvSpPr/>
            <p:nvPr/>
          </p:nvSpPr>
          <p:spPr>
            <a:xfrm flipH="false" flipV="false" rot="0">
              <a:off x="0" y="0"/>
              <a:ext cx="1920219" cy="406400"/>
            </a:xfrm>
            <a:custGeom>
              <a:avLst/>
              <a:gdLst/>
              <a:ahLst/>
              <a:cxnLst/>
              <a:rect r="r" b="b" t="t" l="l"/>
              <a:pathLst>
                <a:path h="406400" w="1920219">
                  <a:moveTo>
                    <a:pt x="1717019" y="0"/>
                  </a:moveTo>
                  <a:cubicBezTo>
                    <a:pt x="1829243" y="0"/>
                    <a:pt x="1920219" y="90976"/>
                    <a:pt x="1920219" y="203200"/>
                  </a:cubicBezTo>
                  <a:cubicBezTo>
                    <a:pt x="1920219" y="315424"/>
                    <a:pt x="1829243" y="406400"/>
                    <a:pt x="1717019" y="406400"/>
                  </a:cubicBezTo>
                  <a:lnTo>
                    <a:pt x="203200" y="406400"/>
                  </a:lnTo>
                  <a:cubicBezTo>
                    <a:pt x="90976" y="406400"/>
                    <a:pt x="0" y="315424"/>
                    <a:pt x="0" y="203200"/>
                  </a:cubicBezTo>
                  <a:cubicBezTo>
                    <a:pt x="0" y="90976"/>
                    <a:pt x="90976" y="0"/>
                    <a:pt x="203200" y="0"/>
                  </a:cubicBezTo>
                  <a:close/>
                </a:path>
              </a:pathLst>
            </a:custGeom>
            <a:ln w="19050" cap="sq">
              <a:solidFill>
                <a:srgbClr val="E3E2DE"/>
              </a:solidFill>
              <a:prstDash val="solid"/>
              <a:miter/>
            </a:ln>
          </p:spPr>
        </p:sp>
        <p:sp>
          <p:nvSpPr>
            <p:cNvPr name="TextBox 14" id="14"/>
            <p:cNvSpPr txBox="true"/>
            <p:nvPr/>
          </p:nvSpPr>
          <p:spPr>
            <a:xfrm>
              <a:off x="0" y="28575"/>
              <a:ext cx="1920219" cy="377825"/>
            </a:xfrm>
            <a:prstGeom prst="rect">
              <a:avLst/>
            </a:prstGeom>
          </p:spPr>
          <p:txBody>
            <a:bodyPr anchor="ctr" rtlCol="false" tIns="53951" lIns="53951" bIns="53951" rIns="53951"/>
            <a:lstStyle/>
            <a:p>
              <a:pPr algn="ctr" marL="0" indent="0" lvl="0">
                <a:lnSpc>
                  <a:spcPts val="2300"/>
                </a:lnSpc>
                <a:spcBef>
                  <a:spcPct val="0"/>
                </a:spcBef>
              </a:pPr>
            </a:p>
          </p:txBody>
        </p:sp>
      </p:grpSp>
      <p:grpSp>
        <p:nvGrpSpPr>
          <p:cNvPr name="Group 15" id="15"/>
          <p:cNvGrpSpPr/>
          <p:nvPr/>
        </p:nvGrpSpPr>
        <p:grpSpPr>
          <a:xfrm rot="0">
            <a:off x="7503280" y="8500517"/>
            <a:ext cx="3281439" cy="694492"/>
            <a:chOff x="0" y="0"/>
            <a:chExt cx="1920219" cy="406400"/>
          </a:xfrm>
        </p:grpSpPr>
        <p:sp>
          <p:nvSpPr>
            <p:cNvPr name="Freeform 16" id="16"/>
            <p:cNvSpPr/>
            <p:nvPr/>
          </p:nvSpPr>
          <p:spPr>
            <a:xfrm flipH="false" flipV="false" rot="0">
              <a:off x="0" y="0"/>
              <a:ext cx="1920219" cy="406400"/>
            </a:xfrm>
            <a:custGeom>
              <a:avLst/>
              <a:gdLst/>
              <a:ahLst/>
              <a:cxnLst/>
              <a:rect r="r" b="b" t="t" l="l"/>
              <a:pathLst>
                <a:path h="406400" w="1920219">
                  <a:moveTo>
                    <a:pt x="1717019" y="0"/>
                  </a:moveTo>
                  <a:cubicBezTo>
                    <a:pt x="1829243" y="0"/>
                    <a:pt x="1920219" y="90976"/>
                    <a:pt x="1920219" y="203200"/>
                  </a:cubicBezTo>
                  <a:cubicBezTo>
                    <a:pt x="1920219" y="315424"/>
                    <a:pt x="1829243" y="406400"/>
                    <a:pt x="1717019" y="406400"/>
                  </a:cubicBezTo>
                  <a:lnTo>
                    <a:pt x="203200" y="406400"/>
                  </a:lnTo>
                  <a:cubicBezTo>
                    <a:pt x="90976" y="406400"/>
                    <a:pt x="0" y="315424"/>
                    <a:pt x="0" y="203200"/>
                  </a:cubicBezTo>
                  <a:cubicBezTo>
                    <a:pt x="0" y="90976"/>
                    <a:pt x="90976" y="0"/>
                    <a:pt x="203200" y="0"/>
                  </a:cubicBezTo>
                  <a:close/>
                </a:path>
              </a:pathLst>
            </a:custGeom>
            <a:ln w="19050" cap="sq">
              <a:solidFill>
                <a:srgbClr val="E3E2DE"/>
              </a:solidFill>
              <a:prstDash val="solid"/>
              <a:miter/>
            </a:ln>
          </p:spPr>
        </p:sp>
        <p:sp>
          <p:nvSpPr>
            <p:cNvPr name="TextBox 17" id="17"/>
            <p:cNvSpPr txBox="true"/>
            <p:nvPr/>
          </p:nvSpPr>
          <p:spPr>
            <a:xfrm>
              <a:off x="0" y="28575"/>
              <a:ext cx="1920219" cy="377825"/>
            </a:xfrm>
            <a:prstGeom prst="rect">
              <a:avLst/>
            </a:prstGeom>
          </p:spPr>
          <p:txBody>
            <a:bodyPr anchor="ctr" rtlCol="false" tIns="53951" lIns="53951" bIns="53951" rIns="53951"/>
            <a:lstStyle/>
            <a:p>
              <a:pPr algn="ctr" marL="0" indent="0" lvl="0">
                <a:lnSpc>
                  <a:spcPts val="2300"/>
                </a:lnSpc>
                <a:spcBef>
                  <a:spcPct val="0"/>
                </a:spcBef>
              </a:pPr>
            </a:p>
          </p:txBody>
        </p:sp>
      </p:grpSp>
      <p:sp>
        <p:nvSpPr>
          <p:cNvPr name="TextBox 18" id="18"/>
          <p:cNvSpPr txBox="true"/>
          <p:nvPr/>
        </p:nvSpPr>
        <p:spPr>
          <a:xfrm rot="0">
            <a:off x="7781342" y="8724890"/>
            <a:ext cx="2725317" cy="350520"/>
          </a:xfrm>
          <a:prstGeom prst="rect">
            <a:avLst/>
          </a:prstGeom>
        </p:spPr>
        <p:txBody>
          <a:bodyPr anchor="t" rtlCol="false" tIns="0" lIns="0" bIns="0" rIns="0">
            <a:spAutoFit/>
          </a:bodyPr>
          <a:lstStyle/>
          <a:p>
            <a:pPr algn="ctr" marL="0" indent="0" lvl="0">
              <a:lnSpc>
                <a:spcPts val="2490"/>
              </a:lnSpc>
              <a:spcBef>
                <a:spcPct val="0"/>
              </a:spcBef>
            </a:pPr>
            <a:r>
              <a:rPr lang="en-US" b="true" sz="3000" spc="-93">
                <a:solidFill>
                  <a:srgbClr val="E3E2DE"/>
                </a:solidFill>
                <a:latin typeface="Aileron Bold"/>
                <a:ea typeface="Aileron Bold"/>
                <a:cs typeface="Aileron Bold"/>
                <a:sym typeface="Aileron Bold"/>
              </a:rPr>
              <a:t>NEIL TRAN</a:t>
            </a:r>
          </a:p>
        </p:txBody>
      </p:sp>
      <p:sp>
        <p:nvSpPr>
          <p:cNvPr name="TextBox 19" id="19"/>
          <p:cNvSpPr txBox="true"/>
          <p:nvPr/>
        </p:nvSpPr>
        <p:spPr>
          <a:xfrm rot="0">
            <a:off x="7386502" y="9363075"/>
            <a:ext cx="3514996" cy="342900"/>
          </a:xfrm>
          <a:prstGeom prst="rect">
            <a:avLst/>
          </a:prstGeom>
        </p:spPr>
        <p:txBody>
          <a:bodyPr anchor="t" rtlCol="false" tIns="0" lIns="0" bIns="0" rIns="0">
            <a:spAutoFit/>
          </a:bodyPr>
          <a:lstStyle/>
          <a:p>
            <a:pPr algn="ctr" marL="0" indent="0" lvl="1">
              <a:lnSpc>
                <a:spcPts val="2639"/>
              </a:lnSpc>
            </a:pPr>
            <a:r>
              <a:rPr lang="en-US" sz="2199">
                <a:solidFill>
                  <a:srgbClr val="E3E2DE"/>
                </a:solidFill>
                <a:latin typeface="Work Sans"/>
                <a:ea typeface="Work Sans"/>
                <a:cs typeface="Work Sans"/>
                <a:sym typeface="Work Sans"/>
              </a:rPr>
              <a:t>EXHIBITION MANAGER</a:t>
            </a:r>
          </a:p>
        </p:txBody>
      </p:sp>
      <p:sp>
        <p:nvSpPr>
          <p:cNvPr name="TextBox 20" id="20"/>
          <p:cNvSpPr txBox="true"/>
          <p:nvPr/>
        </p:nvSpPr>
        <p:spPr>
          <a:xfrm rot="0">
            <a:off x="1699406" y="8213908"/>
            <a:ext cx="3281439" cy="350553"/>
          </a:xfrm>
          <a:prstGeom prst="rect">
            <a:avLst/>
          </a:prstGeom>
        </p:spPr>
        <p:txBody>
          <a:bodyPr anchor="t" rtlCol="false" tIns="0" lIns="0" bIns="0" rIns="0">
            <a:spAutoFit/>
          </a:bodyPr>
          <a:lstStyle/>
          <a:p>
            <a:pPr algn="ctr" marL="0" indent="0" lvl="0">
              <a:lnSpc>
                <a:spcPts val="2490"/>
              </a:lnSpc>
              <a:spcBef>
                <a:spcPct val="0"/>
              </a:spcBef>
            </a:pPr>
            <a:r>
              <a:rPr lang="en-US" b="true" sz="3000" spc="-93">
                <a:solidFill>
                  <a:srgbClr val="E3E2DE"/>
                </a:solidFill>
                <a:latin typeface="Aileron Bold"/>
                <a:ea typeface="Aileron Bold"/>
                <a:cs typeface="Aileron Bold"/>
                <a:sym typeface="Aileron Bold"/>
              </a:rPr>
              <a:t>CLAUDIA ALVES</a:t>
            </a:r>
          </a:p>
        </p:txBody>
      </p:sp>
      <p:sp>
        <p:nvSpPr>
          <p:cNvPr name="TextBox 21" id="21"/>
          <p:cNvSpPr txBox="true"/>
          <p:nvPr/>
        </p:nvSpPr>
        <p:spPr>
          <a:xfrm rot="0">
            <a:off x="13585216" y="8213908"/>
            <a:ext cx="2725317" cy="350553"/>
          </a:xfrm>
          <a:prstGeom prst="rect">
            <a:avLst/>
          </a:prstGeom>
        </p:spPr>
        <p:txBody>
          <a:bodyPr anchor="t" rtlCol="false" tIns="0" lIns="0" bIns="0" rIns="0">
            <a:spAutoFit/>
          </a:bodyPr>
          <a:lstStyle/>
          <a:p>
            <a:pPr algn="ctr" marL="0" indent="0" lvl="0">
              <a:lnSpc>
                <a:spcPts val="2490"/>
              </a:lnSpc>
              <a:spcBef>
                <a:spcPct val="0"/>
              </a:spcBef>
            </a:pPr>
            <a:r>
              <a:rPr lang="en-US" b="true" sz="3000" spc="-93">
                <a:solidFill>
                  <a:srgbClr val="E3E2DE"/>
                </a:solidFill>
                <a:latin typeface="Aileron Bold"/>
                <a:ea typeface="Aileron Bold"/>
                <a:cs typeface="Aileron Bold"/>
                <a:sym typeface="Aileron Bold"/>
              </a:rPr>
              <a:t>NDEMI OTIENO</a:t>
            </a:r>
          </a:p>
        </p:txBody>
      </p:sp>
      <p:sp>
        <p:nvSpPr>
          <p:cNvPr name="TextBox 22" id="22"/>
          <p:cNvSpPr txBox="true"/>
          <p:nvPr/>
        </p:nvSpPr>
        <p:spPr>
          <a:xfrm rot="0">
            <a:off x="1582628" y="8852109"/>
            <a:ext cx="3514996" cy="342900"/>
          </a:xfrm>
          <a:prstGeom prst="rect">
            <a:avLst/>
          </a:prstGeom>
        </p:spPr>
        <p:txBody>
          <a:bodyPr anchor="t" rtlCol="false" tIns="0" lIns="0" bIns="0" rIns="0">
            <a:spAutoFit/>
          </a:bodyPr>
          <a:lstStyle/>
          <a:p>
            <a:pPr algn="ctr" marL="0" indent="0" lvl="1">
              <a:lnSpc>
                <a:spcPts val="2639"/>
              </a:lnSpc>
            </a:pPr>
            <a:r>
              <a:rPr lang="en-US" sz="2199">
                <a:solidFill>
                  <a:srgbClr val="E3E2DE"/>
                </a:solidFill>
                <a:latin typeface="Work Sans"/>
                <a:ea typeface="Work Sans"/>
                <a:cs typeface="Work Sans"/>
                <a:sym typeface="Work Sans"/>
              </a:rPr>
              <a:t>EXECUTIVE DIRECTOR</a:t>
            </a:r>
          </a:p>
        </p:txBody>
      </p:sp>
      <p:sp>
        <p:nvSpPr>
          <p:cNvPr name="TextBox 23" id="23"/>
          <p:cNvSpPr txBox="true"/>
          <p:nvPr/>
        </p:nvSpPr>
        <p:spPr>
          <a:xfrm rot="0">
            <a:off x="13190376" y="8852109"/>
            <a:ext cx="3514996" cy="342900"/>
          </a:xfrm>
          <a:prstGeom prst="rect">
            <a:avLst/>
          </a:prstGeom>
        </p:spPr>
        <p:txBody>
          <a:bodyPr anchor="t" rtlCol="false" tIns="0" lIns="0" bIns="0" rIns="0">
            <a:spAutoFit/>
          </a:bodyPr>
          <a:lstStyle/>
          <a:p>
            <a:pPr algn="ctr" marL="0" indent="0" lvl="1">
              <a:lnSpc>
                <a:spcPts val="2639"/>
              </a:lnSpc>
            </a:pPr>
            <a:r>
              <a:rPr lang="en-US" sz="2199">
                <a:solidFill>
                  <a:srgbClr val="E3E2DE"/>
                </a:solidFill>
                <a:latin typeface="Work Sans"/>
                <a:ea typeface="Work Sans"/>
                <a:cs typeface="Work Sans"/>
                <a:sym typeface="Work Sans"/>
              </a:rPr>
              <a:t>ARTIST LIAISON</a:t>
            </a:r>
          </a:p>
        </p:txBody>
      </p:sp>
      <p:grpSp>
        <p:nvGrpSpPr>
          <p:cNvPr name="Group 24" id="24"/>
          <p:cNvGrpSpPr/>
          <p:nvPr/>
        </p:nvGrpSpPr>
        <p:grpSpPr>
          <a:xfrm rot="5400000">
            <a:off x="17045625" y="262575"/>
            <a:ext cx="552450" cy="979799"/>
            <a:chOff x="0" y="0"/>
            <a:chExt cx="189122" cy="335417"/>
          </a:xfrm>
        </p:grpSpPr>
        <p:sp>
          <p:nvSpPr>
            <p:cNvPr name="Freeform 25" id="25"/>
            <p:cNvSpPr/>
            <p:nvPr/>
          </p:nvSpPr>
          <p:spPr>
            <a:xfrm flipH="false" flipV="false" rot="0">
              <a:off x="0" y="0"/>
              <a:ext cx="189122" cy="335417"/>
            </a:xfrm>
            <a:custGeom>
              <a:avLst/>
              <a:gdLst/>
              <a:ahLst/>
              <a:cxnLst/>
              <a:rect r="r" b="b" t="t" l="l"/>
              <a:pathLst>
                <a:path h="335417" w="189122">
                  <a:moveTo>
                    <a:pt x="94561" y="0"/>
                  </a:moveTo>
                  <a:lnTo>
                    <a:pt x="94561" y="0"/>
                  </a:lnTo>
                  <a:cubicBezTo>
                    <a:pt x="146785" y="0"/>
                    <a:pt x="189122" y="42336"/>
                    <a:pt x="189122" y="94561"/>
                  </a:cubicBezTo>
                  <a:lnTo>
                    <a:pt x="189122" y="240856"/>
                  </a:lnTo>
                  <a:cubicBezTo>
                    <a:pt x="189122" y="265936"/>
                    <a:pt x="179159" y="289988"/>
                    <a:pt x="161425" y="307721"/>
                  </a:cubicBezTo>
                  <a:cubicBezTo>
                    <a:pt x="143692" y="325455"/>
                    <a:pt x="119640" y="335417"/>
                    <a:pt x="94561" y="335417"/>
                  </a:cubicBezTo>
                  <a:lnTo>
                    <a:pt x="94561" y="335417"/>
                  </a:lnTo>
                  <a:cubicBezTo>
                    <a:pt x="42336" y="335417"/>
                    <a:pt x="0" y="293081"/>
                    <a:pt x="0" y="240856"/>
                  </a:cubicBezTo>
                  <a:lnTo>
                    <a:pt x="0" y="94561"/>
                  </a:lnTo>
                  <a:cubicBezTo>
                    <a:pt x="0" y="69482"/>
                    <a:pt x="9963" y="45430"/>
                    <a:pt x="27696" y="27696"/>
                  </a:cubicBezTo>
                  <a:cubicBezTo>
                    <a:pt x="45430" y="9963"/>
                    <a:pt x="69482" y="0"/>
                    <a:pt x="94561" y="0"/>
                  </a:cubicBezTo>
                  <a:close/>
                </a:path>
              </a:pathLst>
            </a:custGeom>
            <a:ln w="9525" cap="rnd">
              <a:solidFill>
                <a:srgbClr val="E3E2DE"/>
              </a:solidFill>
              <a:prstDash val="solid"/>
              <a:round/>
            </a:ln>
          </p:spPr>
        </p:sp>
        <p:sp>
          <p:nvSpPr>
            <p:cNvPr name="TextBox 26" id="26"/>
            <p:cNvSpPr txBox="true"/>
            <p:nvPr/>
          </p:nvSpPr>
          <p:spPr>
            <a:xfrm>
              <a:off x="0" y="-9525"/>
              <a:ext cx="189122" cy="344942"/>
            </a:xfrm>
            <a:prstGeom prst="rect">
              <a:avLst/>
            </a:prstGeom>
          </p:spPr>
          <p:txBody>
            <a:bodyPr anchor="ctr" rtlCol="false" tIns="50800" lIns="50800" bIns="50800" rIns="50800"/>
            <a:lstStyle/>
            <a:p>
              <a:pPr algn="ctr">
                <a:lnSpc>
                  <a:spcPts val="3049"/>
                </a:lnSpc>
              </a:pPr>
            </a:p>
          </p:txBody>
        </p:sp>
      </p:grpSp>
      <p:sp>
        <p:nvSpPr>
          <p:cNvPr name="TextBox 27" id="27"/>
          <p:cNvSpPr txBox="true"/>
          <p:nvPr/>
        </p:nvSpPr>
        <p:spPr>
          <a:xfrm rot="0">
            <a:off x="16831951" y="633413"/>
            <a:ext cx="979799" cy="304800"/>
          </a:xfrm>
          <a:prstGeom prst="rect">
            <a:avLst/>
          </a:prstGeom>
        </p:spPr>
        <p:txBody>
          <a:bodyPr anchor="t" rtlCol="false" tIns="0" lIns="0" bIns="0" rIns="0">
            <a:spAutoFit/>
          </a:bodyPr>
          <a:lstStyle/>
          <a:p>
            <a:pPr algn="ctr" marL="0" indent="0" lvl="0">
              <a:lnSpc>
                <a:spcPts val="2249"/>
              </a:lnSpc>
              <a:spcBef>
                <a:spcPct val="0"/>
              </a:spcBef>
            </a:pPr>
            <a:r>
              <a:rPr lang="en-US" b="true" sz="2499">
                <a:solidFill>
                  <a:srgbClr val="E3E2DE"/>
                </a:solidFill>
                <a:latin typeface="Work Sans Bold"/>
                <a:ea typeface="Work Sans Bold"/>
                <a:cs typeface="Work Sans Bold"/>
                <a:sym typeface="Work Sans Bold"/>
              </a:rPr>
              <a:t>03</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351AA"/>
        </a:solidFill>
      </p:bgPr>
    </p:bg>
    <p:spTree>
      <p:nvGrpSpPr>
        <p:cNvPr id="1" name=""/>
        <p:cNvGrpSpPr/>
        <p:nvPr/>
      </p:nvGrpSpPr>
      <p:grpSpPr>
        <a:xfrm>
          <a:off x="0" y="0"/>
          <a:ext cx="0" cy="0"/>
          <a:chOff x="0" y="0"/>
          <a:chExt cx="0" cy="0"/>
        </a:xfrm>
      </p:grpSpPr>
      <p:grpSp>
        <p:nvGrpSpPr>
          <p:cNvPr name="Group 2" id="2"/>
          <p:cNvGrpSpPr/>
          <p:nvPr/>
        </p:nvGrpSpPr>
        <p:grpSpPr>
          <a:xfrm rot="0">
            <a:off x="1857874" y="3679446"/>
            <a:ext cx="1848111" cy="694492"/>
            <a:chOff x="0" y="0"/>
            <a:chExt cx="1081470" cy="406400"/>
          </a:xfrm>
        </p:grpSpPr>
        <p:sp>
          <p:nvSpPr>
            <p:cNvPr name="Freeform 3" id="3"/>
            <p:cNvSpPr/>
            <p:nvPr/>
          </p:nvSpPr>
          <p:spPr>
            <a:xfrm flipH="false" flipV="false" rot="0">
              <a:off x="0" y="0"/>
              <a:ext cx="1081470" cy="406400"/>
            </a:xfrm>
            <a:custGeom>
              <a:avLst/>
              <a:gdLst/>
              <a:ahLst/>
              <a:cxnLst/>
              <a:rect r="r" b="b" t="t" l="l"/>
              <a:pathLst>
                <a:path h="406400" w="1081470">
                  <a:moveTo>
                    <a:pt x="878270" y="0"/>
                  </a:moveTo>
                  <a:cubicBezTo>
                    <a:pt x="990494" y="0"/>
                    <a:pt x="1081470" y="90976"/>
                    <a:pt x="1081470" y="203200"/>
                  </a:cubicBezTo>
                  <a:cubicBezTo>
                    <a:pt x="1081470" y="315424"/>
                    <a:pt x="990494" y="406400"/>
                    <a:pt x="878270" y="406400"/>
                  </a:cubicBezTo>
                  <a:lnTo>
                    <a:pt x="203200" y="406400"/>
                  </a:lnTo>
                  <a:cubicBezTo>
                    <a:pt x="90976" y="406400"/>
                    <a:pt x="0" y="315424"/>
                    <a:pt x="0" y="203200"/>
                  </a:cubicBezTo>
                  <a:cubicBezTo>
                    <a:pt x="0" y="90976"/>
                    <a:pt x="90976" y="0"/>
                    <a:pt x="203200" y="0"/>
                  </a:cubicBezTo>
                  <a:close/>
                </a:path>
              </a:pathLst>
            </a:custGeom>
            <a:ln w="19050" cap="sq">
              <a:solidFill>
                <a:srgbClr val="E3E2DE"/>
              </a:solidFill>
              <a:prstDash val="solid"/>
              <a:miter/>
            </a:ln>
          </p:spPr>
        </p:sp>
        <p:sp>
          <p:nvSpPr>
            <p:cNvPr name="TextBox 4" id="4"/>
            <p:cNvSpPr txBox="true"/>
            <p:nvPr/>
          </p:nvSpPr>
          <p:spPr>
            <a:xfrm>
              <a:off x="0" y="28575"/>
              <a:ext cx="1081470" cy="377825"/>
            </a:xfrm>
            <a:prstGeom prst="rect">
              <a:avLst/>
            </a:prstGeom>
          </p:spPr>
          <p:txBody>
            <a:bodyPr anchor="ctr" rtlCol="false" tIns="53951" lIns="53951" bIns="53951" rIns="53951"/>
            <a:lstStyle/>
            <a:p>
              <a:pPr algn="ctr" marL="0" indent="0" lvl="0">
                <a:lnSpc>
                  <a:spcPts val="2300"/>
                </a:lnSpc>
                <a:spcBef>
                  <a:spcPct val="0"/>
                </a:spcBef>
              </a:pPr>
            </a:p>
          </p:txBody>
        </p:sp>
      </p:grpSp>
      <p:grpSp>
        <p:nvGrpSpPr>
          <p:cNvPr name="Group 5" id="5"/>
          <p:cNvGrpSpPr/>
          <p:nvPr/>
        </p:nvGrpSpPr>
        <p:grpSpPr>
          <a:xfrm rot="0">
            <a:off x="1857874" y="6346446"/>
            <a:ext cx="1848111" cy="694492"/>
            <a:chOff x="0" y="0"/>
            <a:chExt cx="1081470" cy="406400"/>
          </a:xfrm>
        </p:grpSpPr>
        <p:sp>
          <p:nvSpPr>
            <p:cNvPr name="Freeform 6" id="6"/>
            <p:cNvSpPr/>
            <p:nvPr/>
          </p:nvSpPr>
          <p:spPr>
            <a:xfrm flipH="false" flipV="false" rot="0">
              <a:off x="0" y="0"/>
              <a:ext cx="1081470" cy="406400"/>
            </a:xfrm>
            <a:custGeom>
              <a:avLst/>
              <a:gdLst/>
              <a:ahLst/>
              <a:cxnLst/>
              <a:rect r="r" b="b" t="t" l="l"/>
              <a:pathLst>
                <a:path h="406400" w="1081470">
                  <a:moveTo>
                    <a:pt x="878270" y="0"/>
                  </a:moveTo>
                  <a:cubicBezTo>
                    <a:pt x="990494" y="0"/>
                    <a:pt x="1081470" y="90976"/>
                    <a:pt x="1081470" y="203200"/>
                  </a:cubicBezTo>
                  <a:cubicBezTo>
                    <a:pt x="1081470" y="315424"/>
                    <a:pt x="990494" y="406400"/>
                    <a:pt x="878270" y="406400"/>
                  </a:cubicBezTo>
                  <a:lnTo>
                    <a:pt x="203200" y="406400"/>
                  </a:lnTo>
                  <a:cubicBezTo>
                    <a:pt x="90976" y="406400"/>
                    <a:pt x="0" y="315424"/>
                    <a:pt x="0" y="203200"/>
                  </a:cubicBezTo>
                  <a:cubicBezTo>
                    <a:pt x="0" y="90976"/>
                    <a:pt x="90976" y="0"/>
                    <a:pt x="203200" y="0"/>
                  </a:cubicBezTo>
                  <a:close/>
                </a:path>
              </a:pathLst>
            </a:custGeom>
            <a:ln w="19050" cap="sq">
              <a:solidFill>
                <a:srgbClr val="E3E2DE"/>
              </a:solidFill>
              <a:prstDash val="solid"/>
              <a:miter/>
            </a:ln>
          </p:spPr>
        </p:sp>
        <p:sp>
          <p:nvSpPr>
            <p:cNvPr name="TextBox 7" id="7"/>
            <p:cNvSpPr txBox="true"/>
            <p:nvPr/>
          </p:nvSpPr>
          <p:spPr>
            <a:xfrm>
              <a:off x="0" y="28575"/>
              <a:ext cx="1081470" cy="377825"/>
            </a:xfrm>
            <a:prstGeom prst="rect">
              <a:avLst/>
            </a:prstGeom>
          </p:spPr>
          <p:txBody>
            <a:bodyPr anchor="ctr" rtlCol="false" tIns="53951" lIns="53951" bIns="53951" rIns="53951"/>
            <a:lstStyle/>
            <a:p>
              <a:pPr algn="ctr" marL="0" indent="0" lvl="0">
                <a:lnSpc>
                  <a:spcPts val="2300"/>
                </a:lnSpc>
                <a:spcBef>
                  <a:spcPct val="0"/>
                </a:spcBef>
              </a:pPr>
            </a:p>
          </p:txBody>
        </p:sp>
      </p:grpSp>
      <p:grpSp>
        <p:nvGrpSpPr>
          <p:cNvPr name="Group 8" id="8"/>
          <p:cNvGrpSpPr/>
          <p:nvPr/>
        </p:nvGrpSpPr>
        <p:grpSpPr>
          <a:xfrm rot="0">
            <a:off x="1857874" y="8680071"/>
            <a:ext cx="1848111" cy="694492"/>
            <a:chOff x="0" y="0"/>
            <a:chExt cx="1081470" cy="406400"/>
          </a:xfrm>
        </p:grpSpPr>
        <p:sp>
          <p:nvSpPr>
            <p:cNvPr name="Freeform 9" id="9"/>
            <p:cNvSpPr/>
            <p:nvPr/>
          </p:nvSpPr>
          <p:spPr>
            <a:xfrm flipH="false" flipV="false" rot="0">
              <a:off x="0" y="0"/>
              <a:ext cx="1081470" cy="406400"/>
            </a:xfrm>
            <a:custGeom>
              <a:avLst/>
              <a:gdLst/>
              <a:ahLst/>
              <a:cxnLst/>
              <a:rect r="r" b="b" t="t" l="l"/>
              <a:pathLst>
                <a:path h="406400" w="1081470">
                  <a:moveTo>
                    <a:pt x="878270" y="0"/>
                  </a:moveTo>
                  <a:cubicBezTo>
                    <a:pt x="990494" y="0"/>
                    <a:pt x="1081470" y="90976"/>
                    <a:pt x="1081470" y="203200"/>
                  </a:cubicBezTo>
                  <a:cubicBezTo>
                    <a:pt x="1081470" y="315424"/>
                    <a:pt x="990494" y="406400"/>
                    <a:pt x="878270" y="406400"/>
                  </a:cubicBezTo>
                  <a:lnTo>
                    <a:pt x="203200" y="406400"/>
                  </a:lnTo>
                  <a:cubicBezTo>
                    <a:pt x="90976" y="406400"/>
                    <a:pt x="0" y="315424"/>
                    <a:pt x="0" y="203200"/>
                  </a:cubicBezTo>
                  <a:cubicBezTo>
                    <a:pt x="0" y="90976"/>
                    <a:pt x="90976" y="0"/>
                    <a:pt x="203200" y="0"/>
                  </a:cubicBezTo>
                  <a:close/>
                </a:path>
              </a:pathLst>
            </a:custGeom>
            <a:ln w="19050" cap="sq">
              <a:solidFill>
                <a:srgbClr val="E3E2DE"/>
              </a:solidFill>
              <a:prstDash val="solid"/>
              <a:miter/>
            </a:ln>
          </p:spPr>
        </p:sp>
        <p:sp>
          <p:nvSpPr>
            <p:cNvPr name="TextBox 10" id="10"/>
            <p:cNvSpPr txBox="true"/>
            <p:nvPr/>
          </p:nvSpPr>
          <p:spPr>
            <a:xfrm>
              <a:off x="0" y="28575"/>
              <a:ext cx="1081470" cy="377825"/>
            </a:xfrm>
            <a:prstGeom prst="rect">
              <a:avLst/>
            </a:prstGeom>
          </p:spPr>
          <p:txBody>
            <a:bodyPr anchor="ctr" rtlCol="false" tIns="53951" lIns="53951" bIns="53951" rIns="53951"/>
            <a:lstStyle/>
            <a:p>
              <a:pPr algn="ctr" marL="0" indent="0" lvl="0">
                <a:lnSpc>
                  <a:spcPts val="2300"/>
                </a:lnSpc>
                <a:spcBef>
                  <a:spcPct val="0"/>
                </a:spcBef>
              </a:pPr>
            </a:p>
          </p:txBody>
        </p:sp>
      </p:grpSp>
      <p:grpSp>
        <p:nvGrpSpPr>
          <p:cNvPr name="Group 11" id="11"/>
          <p:cNvGrpSpPr/>
          <p:nvPr/>
        </p:nvGrpSpPr>
        <p:grpSpPr>
          <a:xfrm rot="0">
            <a:off x="9600380" y="2872917"/>
            <a:ext cx="6937833" cy="6937833"/>
            <a:chOff x="0" y="0"/>
            <a:chExt cx="13716000" cy="13716000"/>
          </a:xfrm>
        </p:grpSpPr>
        <p:sp>
          <p:nvSpPr>
            <p:cNvPr name="Freeform 12" id="12"/>
            <p:cNvSpPr/>
            <p:nvPr/>
          </p:nvSpPr>
          <p:spPr>
            <a:xfrm flipH="false" flipV="false" rot="0">
              <a:off x="0" y="0"/>
              <a:ext cx="13716000" cy="13716000"/>
            </a:xfrm>
            <a:custGeom>
              <a:avLst/>
              <a:gdLst/>
              <a:ahLst/>
              <a:cxnLst/>
              <a:rect r="r" b="b" t="t" l="l"/>
              <a:pathLst>
                <a:path h="13716000" w="13716000">
                  <a:moveTo>
                    <a:pt x="6857994" y="0"/>
                  </a:moveTo>
                  <a:lnTo>
                    <a:pt x="6858008" y="0"/>
                  </a:lnTo>
                  <a:cubicBezTo>
                    <a:pt x="10645573" y="1"/>
                    <a:pt x="13716000" y="3070429"/>
                    <a:pt x="13716000" y="6857994"/>
                  </a:cubicBezTo>
                  <a:lnTo>
                    <a:pt x="13716000" y="13716000"/>
                  </a:lnTo>
                  <a:lnTo>
                    <a:pt x="0" y="13716000"/>
                  </a:lnTo>
                  <a:lnTo>
                    <a:pt x="0" y="6857994"/>
                  </a:lnTo>
                  <a:cubicBezTo>
                    <a:pt x="0" y="3070428"/>
                    <a:pt x="3070428" y="0"/>
                    <a:pt x="6857994" y="0"/>
                  </a:cubicBezTo>
                  <a:close/>
                </a:path>
              </a:pathLst>
            </a:custGeom>
            <a:blipFill>
              <a:blip r:embed="rId2"/>
              <a:stretch>
                <a:fillRect l="-148" t="0" r="-49945" b="0"/>
              </a:stretch>
            </a:blipFill>
          </p:spPr>
        </p:sp>
      </p:grpSp>
      <p:sp>
        <p:nvSpPr>
          <p:cNvPr name="TextBox 13" id="13"/>
          <p:cNvSpPr txBox="true"/>
          <p:nvPr/>
        </p:nvSpPr>
        <p:spPr>
          <a:xfrm rot="0">
            <a:off x="327696" y="276225"/>
            <a:ext cx="14279849" cy="2009775"/>
          </a:xfrm>
          <a:prstGeom prst="rect">
            <a:avLst/>
          </a:prstGeom>
        </p:spPr>
        <p:txBody>
          <a:bodyPr anchor="t" rtlCol="false" tIns="0" lIns="0" bIns="0" rIns="0">
            <a:spAutoFit/>
          </a:bodyPr>
          <a:lstStyle/>
          <a:p>
            <a:pPr algn="l">
              <a:lnSpc>
                <a:spcPts val="15000"/>
              </a:lnSpc>
            </a:pPr>
            <a:r>
              <a:rPr lang="en-US" sz="15000" spc="-825" b="true">
                <a:solidFill>
                  <a:srgbClr val="E3E2DE"/>
                </a:solidFill>
                <a:latin typeface="Aileron Heavy"/>
                <a:ea typeface="Aileron Heavy"/>
                <a:cs typeface="Aileron Heavy"/>
                <a:sym typeface="Aileron Heavy"/>
              </a:rPr>
              <a:t>Event Activities</a:t>
            </a:r>
          </a:p>
        </p:txBody>
      </p:sp>
      <p:sp>
        <p:nvSpPr>
          <p:cNvPr name="TextBox 14" id="14"/>
          <p:cNvSpPr txBox="true"/>
          <p:nvPr/>
        </p:nvSpPr>
        <p:spPr>
          <a:xfrm rot="0">
            <a:off x="2122346" y="3894295"/>
            <a:ext cx="1319166" cy="360045"/>
          </a:xfrm>
          <a:prstGeom prst="rect">
            <a:avLst/>
          </a:prstGeom>
        </p:spPr>
        <p:txBody>
          <a:bodyPr anchor="t" rtlCol="false" tIns="0" lIns="0" bIns="0" rIns="0">
            <a:spAutoFit/>
          </a:bodyPr>
          <a:lstStyle/>
          <a:p>
            <a:pPr algn="ctr" marL="0" indent="0" lvl="0">
              <a:lnSpc>
                <a:spcPts val="2490"/>
              </a:lnSpc>
              <a:spcBef>
                <a:spcPct val="0"/>
              </a:spcBef>
            </a:pPr>
            <a:r>
              <a:rPr lang="en-US" b="true" sz="3000" spc="-93">
                <a:solidFill>
                  <a:srgbClr val="E3E2DE"/>
                </a:solidFill>
                <a:latin typeface="Work Sans Bold"/>
                <a:ea typeface="Work Sans Bold"/>
                <a:cs typeface="Work Sans Bold"/>
                <a:sym typeface="Work Sans Bold"/>
              </a:rPr>
              <a:t>DAY 1</a:t>
            </a:r>
          </a:p>
        </p:txBody>
      </p:sp>
      <p:sp>
        <p:nvSpPr>
          <p:cNvPr name="TextBox 15" id="15"/>
          <p:cNvSpPr txBox="true"/>
          <p:nvPr/>
        </p:nvSpPr>
        <p:spPr>
          <a:xfrm rot="0">
            <a:off x="2122346" y="6561295"/>
            <a:ext cx="1319166" cy="360045"/>
          </a:xfrm>
          <a:prstGeom prst="rect">
            <a:avLst/>
          </a:prstGeom>
        </p:spPr>
        <p:txBody>
          <a:bodyPr anchor="t" rtlCol="false" tIns="0" lIns="0" bIns="0" rIns="0">
            <a:spAutoFit/>
          </a:bodyPr>
          <a:lstStyle/>
          <a:p>
            <a:pPr algn="ctr" marL="0" indent="0" lvl="0">
              <a:lnSpc>
                <a:spcPts val="2490"/>
              </a:lnSpc>
              <a:spcBef>
                <a:spcPct val="0"/>
              </a:spcBef>
            </a:pPr>
            <a:r>
              <a:rPr lang="en-US" b="true" sz="3000" spc="-93">
                <a:solidFill>
                  <a:srgbClr val="E3E2DE"/>
                </a:solidFill>
                <a:latin typeface="Work Sans Bold"/>
                <a:ea typeface="Work Sans Bold"/>
                <a:cs typeface="Work Sans Bold"/>
                <a:sym typeface="Work Sans Bold"/>
              </a:rPr>
              <a:t>DAY 2</a:t>
            </a:r>
          </a:p>
        </p:txBody>
      </p:sp>
      <p:sp>
        <p:nvSpPr>
          <p:cNvPr name="TextBox 16" id="16"/>
          <p:cNvSpPr txBox="true"/>
          <p:nvPr/>
        </p:nvSpPr>
        <p:spPr>
          <a:xfrm rot="0">
            <a:off x="2122346" y="8894920"/>
            <a:ext cx="1319166" cy="360045"/>
          </a:xfrm>
          <a:prstGeom prst="rect">
            <a:avLst/>
          </a:prstGeom>
        </p:spPr>
        <p:txBody>
          <a:bodyPr anchor="t" rtlCol="false" tIns="0" lIns="0" bIns="0" rIns="0">
            <a:spAutoFit/>
          </a:bodyPr>
          <a:lstStyle/>
          <a:p>
            <a:pPr algn="ctr" marL="0" indent="0" lvl="0">
              <a:lnSpc>
                <a:spcPts val="2490"/>
              </a:lnSpc>
              <a:spcBef>
                <a:spcPct val="0"/>
              </a:spcBef>
            </a:pPr>
            <a:r>
              <a:rPr lang="en-US" b="true" sz="3000" spc="-93">
                <a:solidFill>
                  <a:srgbClr val="E3E2DE"/>
                </a:solidFill>
                <a:latin typeface="Work Sans Bold"/>
                <a:ea typeface="Work Sans Bold"/>
                <a:cs typeface="Work Sans Bold"/>
                <a:sym typeface="Work Sans Bold"/>
              </a:rPr>
              <a:t>DAY 3</a:t>
            </a:r>
          </a:p>
        </p:txBody>
      </p:sp>
      <p:sp>
        <p:nvSpPr>
          <p:cNvPr name="TextBox 17" id="17"/>
          <p:cNvSpPr txBox="true"/>
          <p:nvPr/>
        </p:nvSpPr>
        <p:spPr>
          <a:xfrm rot="0">
            <a:off x="4141384" y="3600281"/>
            <a:ext cx="2112003" cy="342900"/>
          </a:xfrm>
          <a:prstGeom prst="rect">
            <a:avLst/>
          </a:prstGeom>
        </p:spPr>
        <p:txBody>
          <a:bodyPr anchor="t" rtlCol="false" tIns="0" lIns="0" bIns="0" rIns="0">
            <a:spAutoFit/>
          </a:bodyPr>
          <a:lstStyle/>
          <a:p>
            <a:pPr algn="l" marL="0" indent="0" lvl="1">
              <a:lnSpc>
                <a:spcPts val="2639"/>
              </a:lnSpc>
            </a:pPr>
            <a:r>
              <a:rPr lang="en-US" b="true" sz="2199">
                <a:solidFill>
                  <a:srgbClr val="E3E2DE"/>
                </a:solidFill>
                <a:latin typeface="Work Sans Bold"/>
                <a:ea typeface="Work Sans Bold"/>
                <a:cs typeface="Work Sans Bold"/>
                <a:sym typeface="Work Sans Bold"/>
              </a:rPr>
              <a:t>3 APRIL 2026</a:t>
            </a:r>
          </a:p>
        </p:txBody>
      </p:sp>
      <p:sp>
        <p:nvSpPr>
          <p:cNvPr name="TextBox 18" id="18"/>
          <p:cNvSpPr txBox="true"/>
          <p:nvPr/>
        </p:nvSpPr>
        <p:spPr>
          <a:xfrm rot="0">
            <a:off x="4141384" y="6267281"/>
            <a:ext cx="2112003" cy="342900"/>
          </a:xfrm>
          <a:prstGeom prst="rect">
            <a:avLst/>
          </a:prstGeom>
        </p:spPr>
        <p:txBody>
          <a:bodyPr anchor="t" rtlCol="false" tIns="0" lIns="0" bIns="0" rIns="0">
            <a:spAutoFit/>
          </a:bodyPr>
          <a:lstStyle/>
          <a:p>
            <a:pPr algn="l" marL="0" indent="0" lvl="1">
              <a:lnSpc>
                <a:spcPts val="2639"/>
              </a:lnSpc>
            </a:pPr>
            <a:r>
              <a:rPr lang="en-US" b="true" sz="2199">
                <a:solidFill>
                  <a:srgbClr val="E3E2DE"/>
                </a:solidFill>
                <a:latin typeface="Work Sans Bold"/>
                <a:ea typeface="Work Sans Bold"/>
                <a:cs typeface="Work Sans Bold"/>
                <a:sym typeface="Work Sans Bold"/>
              </a:rPr>
              <a:t>4 APRIL 2026</a:t>
            </a:r>
          </a:p>
        </p:txBody>
      </p:sp>
      <p:sp>
        <p:nvSpPr>
          <p:cNvPr name="TextBox 19" id="19"/>
          <p:cNvSpPr txBox="true"/>
          <p:nvPr/>
        </p:nvSpPr>
        <p:spPr>
          <a:xfrm rot="0">
            <a:off x="4141384" y="8600906"/>
            <a:ext cx="2112003" cy="342900"/>
          </a:xfrm>
          <a:prstGeom prst="rect">
            <a:avLst/>
          </a:prstGeom>
        </p:spPr>
        <p:txBody>
          <a:bodyPr anchor="t" rtlCol="false" tIns="0" lIns="0" bIns="0" rIns="0">
            <a:spAutoFit/>
          </a:bodyPr>
          <a:lstStyle/>
          <a:p>
            <a:pPr algn="l" marL="0" indent="0" lvl="1">
              <a:lnSpc>
                <a:spcPts val="2639"/>
              </a:lnSpc>
            </a:pPr>
            <a:r>
              <a:rPr lang="en-US" b="true" sz="2199">
                <a:solidFill>
                  <a:srgbClr val="E3E2DE"/>
                </a:solidFill>
                <a:latin typeface="Work Sans Bold"/>
                <a:ea typeface="Work Sans Bold"/>
                <a:cs typeface="Work Sans Bold"/>
                <a:sym typeface="Work Sans Bold"/>
              </a:rPr>
              <a:t>5 APRIL 2026</a:t>
            </a:r>
          </a:p>
        </p:txBody>
      </p:sp>
      <p:sp>
        <p:nvSpPr>
          <p:cNvPr name="TextBox 20" id="20"/>
          <p:cNvSpPr txBox="true"/>
          <p:nvPr/>
        </p:nvSpPr>
        <p:spPr>
          <a:xfrm rot="0">
            <a:off x="4141384" y="4133850"/>
            <a:ext cx="3753109" cy="1009650"/>
          </a:xfrm>
          <a:prstGeom prst="rect">
            <a:avLst/>
          </a:prstGeom>
        </p:spPr>
        <p:txBody>
          <a:bodyPr anchor="t" rtlCol="false" tIns="0" lIns="0" bIns="0" rIns="0">
            <a:spAutoFit/>
          </a:bodyPr>
          <a:lstStyle/>
          <a:p>
            <a:pPr algn="l" marL="0" indent="0" lvl="1">
              <a:lnSpc>
                <a:spcPts val="2639"/>
              </a:lnSpc>
            </a:pPr>
            <a:r>
              <a:rPr lang="en-US" sz="2199">
                <a:solidFill>
                  <a:srgbClr val="E3E2DE"/>
                </a:solidFill>
                <a:latin typeface="Work Sans"/>
                <a:ea typeface="Work Sans"/>
                <a:cs typeface="Work Sans"/>
                <a:sym typeface="Work Sans"/>
              </a:rPr>
              <a:t>OPENING AND SHOWCASE THE ARTWORK FROM THE ARTISTS</a:t>
            </a:r>
          </a:p>
        </p:txBody>
      </p:sp>
      <p:sp>
        <p:nvSpPr>
          <p:cNvPr name="TextBox 21" id="21"/>
          <p:cNvSpPr txBox="true"/>
          <p:nvPr/>
        </p:nvSpPr>
        <p:spPr>
          <a:xfrm rot="0">
            <a:off x="4141384" y="6800850"/>
            <a:ext cx="3753109" cy="676275"/>
          </a:xfrm>
          <a:prstGeom prst="rect">
            <a:avLst/>
          </a:prstGeom>
        </p:spPr>
        <p:txBody>
          <a:bodyPr anchor="t" rtlCol="false" tIns="0" lIns="0" bIns="0" rIns="0">
            <a:spAutoFit/>
          </a:bodyPr>
          <a:lstStyle/>
          <a:p>
            <a:pPr algn="l" marL="0" indent="0" lvl="1">
              <a:lnSpc>
                <a:spcPts val="2639"/>
              </a:lnSpc>
            </a:pPr>
            <a:r>
              <a:rPr lang="en-US" sz="2199">
                <a:solidFill>
                  <a:srgbClr val="E3E2DE"/>
                </a:solidFill>
                <a:latin typeface="Work Sans"/>
                <a:ea typeface="Work Sans"/>
                <a:cs typeface="Work Sans"/>
                <a:sym typeface="Work Sans"/>
              </a:rPr>
              <a:t>ART AND PAINTING WORKSHOP</a:t>
            </a:r>
          </a:p>
        </p:txBody>
      </p:sp>
      <p:sp>
        <p:nvSpPr>
          <p:cNvPr name="TextBox 22" id="22"/>
          <p:cNvSpPr txBox="true"/>
          <p:nvPr/>
        </p:nvSpPr>
        <p:spPr>
          <a:xfrm rot="0">
            <a:off x="4141384" y="9134475"/>
            <a:ext cx="2319780" cy="676275"/>
          </a:xfrm>
          <a:prstGeom prst="rect">
            <a:avLst/>
          </a:prstGeom>
        </p:spPr>
        <p:txBody>
          <a:bodyPr anchor="t" rtlCol="false" tIns="0" lIns="0" bIns="0" rIns="0">
            <a:spAutoFit/>
          </a:bodyPr>
          <a:lstStyle/>
          <a:p>
            <a:pPr algn="l" marL="0" indent="0" lvl="1">
              <a:lnSpc>
                <a:spcPts val="2639"/>
              </a:lnSpc>
            </a:pPr>
            <a:r>
              <a:rPr lang="en-US" sz="2199">
                <a:solidFill>
                  <a:srgbClr val="E3E2DE"/>
                </a:solidFill>
                <a:latin typeface="Work Sans"/>
                <a:ea typeface="Work Sans"/>
                <a:cs typeface="Work Sans"/>
                <a:sym typeface="Work Sans"/>
              </a:rPr>
              <a:t>ART AUCTION AND CLOSING</a:t>
            </a:r>
          </a:p>
        </p:txBody>
      </p:sp>
      <p:grpSp>
        <p:nvGrpSpPr>
          <p:cNvPr name="Group 23" id="23"/>
          <p:cNvGrpSpPr/>
          <p:nvPr/>
        </p:nvGrpSpPr>
        <p:grpSpPr>
          <a:xfrm rot="5400000">
            <a:off x="17045625" y="262575"/>
            <a:ext cx="552450" cy="979799"/>
            <a:chOff x="0" y="0"/>
            <a:chExt cx="189122" cy="335417"/>
          </a:xfrm>
        </p:grpSpPr>
        <p:sp>
          <p:nvSpPr>
            <p:cNvPr name="Freeform 24" id="24"/>
            <p:cNvSpPr/>
            <p:nvPr/>
          </p:nvSpPr>
          <p:spPr>
            <a:xfrm flipH="false" flipV="false" rot="0">
              <a:off x="0" y="0"/>
              <a:ext cx="189122" cy="335417"/>
            </a:xfrm>
            <a:custGeom>
              <a:avLst/>
              <a:gdLst/>
              <a:ahLst/>
              <a:cxnLst/>
              <a:rect r="r" b="b" t="t" l="l"/>
              <a:pathLst>
                <a:path h="335417" w="189122">
                  <a:moveTo>
                    <a:pt x="94561" y="0"/>
                  </a:moveTo>
                  <a:lnTo>
                    <a:pt x="94561" y="0"/>
                  </a:lnTo>
                  <a:cubicBezTo>
                    <a:pt x="146785" y="0"/>
                    <a:pt x="189122" y="42336"/>
                    <a:pt x="189122" y="94561"/>
                  </a:cubicBezTo>
                  <a:lnTo>
                    <a:pt x="189122" y="240856"/>
                  </a:lnTo>
                  <a:cubicBezTo>
                    <a:pt x="189122" y="265936"/>
                    <a:pt x="179159" y="289988"/>
                    <a:pt x="161425" y="307721"/>
                  </a:cubicBezTo>
                  <a:cubicBezTo>
                    <a:pt x="143692" y="325455"/>
                    <a:pt x="119640" y="335417"/>
                    <a:pt x="94561" y="335417"/>
                  </a:cubicBezTo>
                  <a:lnTo>
                    <a:pt x="94561" y="335417"/>
                  </a:lnTo>
                  <a:cubicBezTo>
                    <a:pt x="42336" y="335417"/>
                    <a:pt x="0" y="293081"/>
                    <a:pt x="0" y="240856"/>
                  </a:cubicBezTo>
                  <a:lnTo>
                    <a:pt x="0" y="94561"/>
                  </a:lnTo>
                  <a:cubicBezTo>
                    <a:pt x="0" y="69482"/>
                    <a:pt x="9963" y="45430"/>
                    <a:pt x="27696" y="27696"/>
                  </a:cubicBezTo>
                  <a:cubicBezTo>
                    <a:pt x="45430" y="9963"/>
                    <a:pt x="69482" y="0"/>
                    <a:pt x="94561" y="0"/>
                  </a:cubicBezTo>
                  <a:close/>
                </a:path>
              </a:pathLst>
            </a:custGeom>
            <a:ln w="9525" cap="rnd">
              <a:solidFill>
                <a:srgbClr val="E3E2DE"/>
              </a:solidFill>
              <a:prstDash val="solid"/>
              <a:round/>
            </a:ln>
          </p:spPr>
        </p:sp>
        <p:sp>
          <p:nvSpPr>
            <p:cNvPr name="TextBox 25" id="25"/>
            <p:cNvSpPr txBox="true"/>
            <p:nvPr/>
          </p:nvSpPr>
          <p:spPr>
            <a:xfrm>
              <a:off x="0" y="-9525"/>
              <a:ext cx="189122" cy="344942"/>
            </a:xfrm>
            <a:prstGeom prst="rect">
              <a:avLst/>
            </a:prstGeom>
          </p:spPr>
          <p:txBody>
            <a:bodyPr anchor="ctr" rtlCol="false" tIns="50800" lIns="50800" bIns="50800" rIns="50800"/>
            <a:lstStyle/>
            <a:p>
              <a:pPr algn="ctr">
                <a:lnSpc>
                  <a:spcPts val="3049"/>
                </a:lnSpc>
              </a:pPr>
            </a:p>
          </p:txBody>
        </p:sp>
      </p:grpSp>
      <p:sp>
        <p:nvSpPr>
          <p:cNvPr name="TextBox 26" id="26"/>
          <p:cNvSpPr txBox="true"/>
          <p:nvPr/>
        </p:nvSpPr>
        <p:spPr>
          <a:xfrm rot="0">
            <a:off x="16831951" y="633413"/>
            <a:ext cx="979799" cy="304800"/>
          </a:xfrm>
          <a:prstGeom prst="rect">
            <a:avLst/>
          </a:prstGeom>
        </p:spPr>
        <p:txBody>
          <a:bodyPr anchor="t" rtlCol="false" tIns="0" lIns="0" bIns="0" rIns="0">
            <a:spAutoFit/>
          </a:bodyPr>
          <a:lstStyle/>
          <a:p>
            <a:pPr algn="ctr" marL="0" indent="0" lvl="0">
              <a:lnSpc>
                <a:spcPts val="2249"/>
              </a:lnSpc>
              <a:spcBef>
                <a:spcPct val="0"/>
              </a:spcBef>
            </a:pPr>
            <a:r>
              <a:rPr lang="en-US" b="true" sz="2499">
                <a:solidFill>
                  <a:srgbClr val="E3E2DE"/>
                </a:solidFill>
                <a:latin typeface="Work Sans Bold"/>
                <a:ea typeface="Work Sans Bold"/>
                <a:cs typeface="Work Sans Bold"/>
                <a:sym typeface="Work Sans Bold"/>
              </a:rPr>
              <a:t>04</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3E2DE"/>
        </a:solidFill>
      </p:bgPr>
    </p:bg>
    <p:spTree>
      <p:nvGrpSpPr>
        <p:cNvPr id="1" name=""/>
        <p:cNvGrpSpPr/>
        <p:nvPr/>
      </p:nvGrpSpPr>
      <p:grpSpPr>
        <a:xfrm>
          <a:off x="0" y="0"/>
          <a:ext cx="0" cy="0"/>
          <a:chOff x="0" y="0"/>
          <a:chExt cx="0" cy="0"/>
        </a:xfrm>
      </p:grpSpPr>
      <p:grpSp>
        <p:nvGrpSpPr>
          <p:cNvPr name="Group 2" id="2"/>
          <p:cNvGrpSpPr/>
          <p:nvPr/>
        </p:nvGrpSpPr>
        <p:grpSpPr>
          <a:xfrm rot="0">
            <a:off x="8429612" y="476250"/>
            <a:ext cx="6901789" cy="6164671"/>
            <a:chOff x="0" y="0"/>
            <a:chExt cx="18043892" cy="16116788"/>
          </a:xfrm>
        </p:grpSpPr>
        <p:sp>
          <p:nvSpPr>
            <p:cNvPr name="Freeform 3" id="3"/>
            <p:cNvSpPr/>
            <p:nvPr/>
          </p:nvSpPr>
          <p:spPr>
            <a:xfrm flipH="false" flipV="false" rot="0">
              <a:off x="0" y="0"/>
              <a:ext cx="18043892" cy="16116788"/>
            </a:xfrm>
            <a:custGeom>
              <a:avLst/>
              <a:gdLst/>
              <a:ahLst/>
              <a:cxnLst/>
              <a:rect r="r" b="b" t="t" l="l"/>
              <a:pathLst>
                <a:path h="16116788" w="18043892">
                  <a:moveTo>
                    <a:pt x="16548373" y="1773499"/>
                  </a:moveTo>
                  <a:lnTo>
                    <a:pt x="16288376" y="1773499"/>
                  </a:lnTo>
                  <a:lnTo>
                    <a:pt x="16288376" y="1591625"/>
                  </a:lnTo>
                  <a:cubicBezTo>
                    <a:pt x="16288376" y="1169500"/>
                    <a:pt x="16100637" y="764663"/>
                    <a:pt x="15766459" y="466175"/>
                  </a:cubicBezTo>
                  <a:cubicBezTo>
                    <a:pt x="15432280" y="167687"/>
                    <a:pt x="14979036" y="-1"/>
                    <a:pt x="14506437" y="0"/>
                  </a:cubicBezTo>
                  <a:lnTo>
                    <a:pt x="3537455" y="0"/>
                  </a:lnTo>
                  <a:cubicBezTo>
                    <a:pt x="3064855" y="0"/>
                    <a:pt x="2611612" y="167688"/>
                    <a:pt x="2277433" y="466176"/>
                  </a:cubicBezTo>
                  <a:cubicBezTo>
                    <a:pt x="1943255" y="764663"/>
                    <a:pt x="1755515" y="1169500"/>
                    <a:pt x="1755515" y="1591625"/>
                  </a:cubicBezTo>
                  <a:lnTo>
                    <a:pt x="1755515" y="1773499"/>
                  </a:lnTo>
                  <a:lnTo>
                    <a:pt x="1495520" y="1773499"/>
                  </a:lnTo>
                  <a:cubicBezTo>
                    <a:pt x="1098883" y="1773499"/>
                    <a:pt x="718491" y="1914234"/>
                    <a:pt x="438027" y="2164745"/>
                  </a:cubicBezTo>
                  <a:cubicBezTo>
                    <a:pt x="157563" y="2415256"/>
                    <a:pt x="0" y="2755022"/>
                    <a:pt x="0" y="3109297"/>
                  </a:cubicBezTo>
                  <a:lnTo>
                    <a:pt x="0" y="13007491"/>
                  </a:lnTo>
                  <a:cubicBezTo>
                    <a:pt x="0" y="13361766"/>
                    <a:pt x="157563" y="13701533"/>
                    <a:pt x="438027" y="13952043"/>
                  </a:cubicBezTo>
                  <a:cubicBezTo>
                    <a:pt x="718491" y="14202553"/>
                    <a:pt x="1098883" y="14343289"/>
                    <a:pt x="1495520" y="14343287"/>
                  </a:cubicBezTo>
                  <a:lnTo>
                    <a:pt x="1755515" y="14343287"/>
                  </a:lnTo>
                  <a:lnTo>
                    <a:pt x="1755515" y="14525163"/>
                  </a:lnTo>
                  <a:cubicBezTo>
                    <a:pt x="1755516" y="15404193"/>
                    <a:pt x="2553318" y="16116788"/>
                    <a:pt x="3537455" y="16116788"/>
                  </a:cubicBezTo>
                  <a:lnTo>
                    <a:pt x="14506437" y="16116788"/>
                  </a:lnTo>
                  <a:cubicBezTo>
                    <a:pt x="14979036" y="16116788"/>
                    <a:pt x="15432280" y="15949099"/>
                    <a:pt x="15766459" y="15650614"/>
                  </a:cubicBezTo>
                  <a:cubicBezTo>
                    <a:pt x="16100637" y="15352125"/>
                    <a:pt x="16288376" y="14947288"/>
                    <a:pt x="16288376" y="14525163"/>
                  </a:cubicBezTo>
                  <a:lnTo>
                    <a:pt x="16288376" y="14343287"/>
                  </a:lnTo>
                  <a:lnTo>
                    <a:pt x="16548373" y="14343287"/>
                  </a:lnTo>
                  <a:cubicBezTo>
                    <a:pt x="16945009" y="14343287"/>
                    <a:pt x="17325400" y="14202552"/>
                    <a:pt x="17605866" y="13952041"/>
                  </a:cubicBezTo>
                  <a:cubicBezTo>
                    <a:pt x="17886330" y="13701533"/>
                    <a:pt x="18043892" y="13361766"/>
                    <a:pt x="18043892" y="13007491"/>
                  </a:cubicBezTo>
                  <a:lnTo>
                    <a:pt x="18043892" y="3109297"/>
                  </a:lnTo>
                  <a:cubicBezTo>
                    <a:pt x="18043892" y="2755022"/>
                    <a:pt x="17886330" y="2415256"/>
                    <a:pt x="17605866" y="2164745"/>
                  </a:cubicBezTo>
                  <a:cubicBezTo>
                    <a:pt x="17325400" y="1914235"/>
                    <a:pt x="16945009" y="1773499"/>
                    <a:pt x="16548373" y="1773499"/>
                  </a:cubicBezTo>
                  <a:close/>
                </a:path>
              </a:pathLst>
            </a:custGeom>
            <a:blipFill>
              <a:blip r:embed="rId2"/>
              <a:stretch>
                <a:fillRect l="-17031" t="0" r="-17031" b="0"/>
              </a:stretch>
            </a:blipFill>
          </p:spPr>
        </p:sp>
      </p:grpSp>
      <p:grpSp>
        <p:nvGrpSpPr>
          <p:cNvPr name="Group 4" id="4"/>
          <p:cNvGrpSpPr/>
          <p:nvPr/>
        </p:nvGrpSpPr>
        <p:grpSpPr>
          <a:xfrm rot="0">
            <a:off x="1839942" y="7477125"/>
            <a:ext cx="5672413" cy="1293869"/>
            <a:chOff x="0" y="0"/>
            <a:chExt cx="1493969" cy="340772"/>
          </a:xfrm>
        </p:grpSpPr>
        <p:sp>
          <p:nvSpPr>
            <p:cNvPr name="Freeform 5" id="5"/>
            <p:cNvSpPr/>
            <p:nvPr/>
          </p:nvSpPr>
          <p:spPr>
            <a:xfrm flipH="false" flipV="false" rot="0">
              <a:off x="0" y="0"/>
              <a:ext cx="1493969" cy="340772"/>
            </a:xfrm>
            <a:custGeom>
              <a:avLst/>
              <a:gdLst/>
              <a:ahLst/>
              <a:cxnLst/>
              <a:rect r="r" b="b" t="t" l="l"/>
              <a:pathLst>
                <a:path h="340772" w="1493969">
                  <a:moveTo>
                    <a:pt x="69607" y="0"/>
                  </a:moveTo>
                  <a:lnTo>
                    <a:pt x="1424362" y="0"/>
                  </a:lnTo>
                  <a:cubicBezTo>
                    <a:pt x="1442823" y="0"/>
                    <a:pt x="1460528" y="7334"/>
                    <a:pt x="1473581" y="20387"/>
                  </a:cubicBezTo>
                  <a:cubicBezTo>
                    <a:pt x="1486635" y="33441"/>
                    <a:pt x="1493969" y="51146"/>
                    <a:pt x="1493969" y="69607"/>
                  </a:cubicBezTo>
                  <a:lnTo>
                    <a:pt x="1493969" y="271165"/>
                  </a:lnTo>
                  <a:cubicBezTo>
                    <a:pt x="1493969" y="289626"/>
                    <a:pt x="1486635" y="307331"/>
                    <a:pt x="1473581" y="320385"/>
                  </a:cubicBezTo>
                  <a:cubicBezTo>
                    <a:pt x="1460528" y="333439"/>
                    <a:pt x="1442823" y="340772"/>
                    <a:pt x="1424362" y="340772"/>
                  </a:cubicBezTo>
                  <a:lnTo>
                    <a:pt x="69607" y="340772"/>
                  </a:lnTo>
                  <a:cubicBezTo>
                    <a:pt x="51146" y="340772"/>
                    <a:pt x="33441" y="333439"/>
                    <a:pt x="20387" y="320385"/>
                  </a:cubicBezTo>
                  <a:cubicBezTo>
                    <a:pt x="7334" y="307331"/>
                    <a:pt x="0" y="289626"/>
                    <a:pt x="0" y="271165"/>
                  </a:cubicBezTo>
                  <a:lnTo>
                    <a:pt x="0" y="69607"/>
                  </a:lnTo>
                  <a:cubicBezTo>
                    <a:pt x="0" y="51146"/>
                    <a:pt x="7334" y="33441"/>
                    <a:pt x="20387" y="20387"/>
                  </a:cubicBezTo>
                  <a:cubicBezTo>
                    <a:pt x="33441" y="7334"/>
                    <a:pt x="51146" y="0"/>
                    <a:pt x="69607" y="0"/>
                  </a:cubicBezTo>
                  <a:close/>
                </a:path>
              </a:pathLst>
            </a:custGeom>
            <a:ln w="9525" cap="rnd">
              <a:solidFill>
                <a:srgbClr val="1351AA"/>
              </a:solidFill>
              <a:prstDash val="solid"/>
              <a:round/>
            </a:ln>
          </p:spPr>
        </p:sp>
        <p:sp>
          <p:nvSpPr>
            <p:cNvPr name="TextBox 6" id="6"/>
            <p:cNvSpPr txBox="true"/>
            <p:nvPr/>
          </p:nvSpPr>
          <p:spPr>
            <a:xfrm>
              <a:off x="0" y="28575"/>
              <a:ext cx="1493969" cy="312197"/>
            </a:xfrm>
            <a:prstGeom prst="rect">
              <a:avLst/>
            </a:prstGeom>
          </p:spPr>
          <p:txBody>
            <a:bodyPr anchor="ctr" rtlCol="false" tIns="50800" lIns="50800" bIns="50800" rIns="50800"/>
            <a:lstStyle/>
            <a:p>
              <a:pPr algn="ctr">
                <a:lnSpc>
                  <a:spcPts val="2300"/>
                </a:lnSpc>
              </a:pPr>
            </a:p>
          </p:txBody>
        </p:sp>
      </p:grpSp>
      <p:sp>
        <p:nvSpPr>
          <p:cNvPr name="TextBox 7" id="7"/>
          <p:cNvSpPr txBox="true"/>
          <p:nvPr/>
        </p:nvSpPr>
        <p:spPr>
          <a:xfrm rot="0">
            <a:off x="476250" y="276225"/>
            <a:ext cx="8938988" cy="3914775"/>
          </a:xfrm>
          <a:prstGeom prst="rect">
            <a:avLst/>
          </a:prstGeom>
        </p:spPr>
        <p:txBody>
          <a:bodyPr anchor="t" rtlCol="false" tIns="0" lIns="0" bIns="0" rIns="0">
            <a:spAutoFit/>
          </a:bodyPr>
          <a:lstStyle/>
          <a:p>
            <a:pPr algn="l">
              <a:lnSpc>
                <a:spcPts val="15000"/>
              </a:lnSpc>
            </a:pPr>
            <a:r>
              <a:rPr lang="en-US" sz="15000" spc="-825" b="true">
                <a:solidFill>
                  <a:srgbClr val="1351AA"/>
                </a:solidFill>
                <a:latin typeface="Aileron Heavy"/>
                <a:ea typeface="Aileron Heavy"/>
                <a:cs typeface="Aileron Heavy"/>
                <a:sym typeface="Aileron Heavy"/>
              </a:rPr>
              <a:t>Event Venue</a:t>
            </a:r>
          </a:p>
        </p:txBody>
      </p:sp>
      <p:sp>
        <p:nvSpPr>
          <p:cNvPr name="TextBox 8" id="8"/>
          <p:cNvSpPr txBox="true"/>
          <p:nvPr/>
        </p:nvSpPr>
        <p:spPr>
          <a:xfrm rot="0">
            <a:off x="2255268" y="7748140"/>
            <a:ext cx="4874346" cy="375920"/>
          </a:xfrm>
          <a:prstGeom prst="rect">
            <a:avLst/>
          </a:prstGeom>
        </p:spPr>
        <p:txBody>
          <a:bodyPr anchor="t" rtlCol="false" tIns="0" lIns="0" bIns="0" rIns="0">
            <a:spAutoFit/>
          </a:bodyPr>
          <a:lstStyle/>
          <a:p>
            <a:pPr algn="l" marL="0" indent="0" lvl="1">
              <a:lnSpc>
                <a:spcPts val="2859"/>
              </a:lnSpc>
            </a:pPr>
            <a:r>
              <a:rPr lang="en-US" b="true" sz="2599">
                <a:solidFill>
                  <a:srgbClr val="1351AA"/>
                </a:solidFill>
                <a:latin typeface="Work Sans Bold"/>
                <a:ea typeface="Work Sans Bold"/>
                <a:cs typeface="Work Sans Bold"/>
                <a:sym typeface="Work Sans Bold"/>
              </a:rPr>
              <a:t>Hanover and Tyke Art Gallery</a:t>
            </a:r>
          </a:p>
        </p:txBody>
      </p:sp>
      <p:sp>
        <p:nvSpPr>
          <p:cNvPr name="TextBox 9" id="9"/>
          <p:cNvSpPr txBox="true"/>
          <p:nvPr/>
        </p:nvSpPr>
        <p:spPr>
          <a:xfrm rot="0">
            <a:off x="2255268" y="8163797"/>
            <a:ext cx="4283070" cy="323215"/>
          </a:xfrm>
          <a:prstGeom prst="rect">
            <a:avLst/>
          </a:prstGeom>
        </p:spPr>
        <p:txBody>
          <a:bodyPr anchor="t" rtlCol="false" tIns="0" lIns="0" bIns="0" rIns="0">
            <a:spAutoFit/>
          </a:bodyPr>
          <a:lstStyle/>
          <a:p>
            <a:pPr algn="l" marL="0" indent="0" lvl="1">
              <a:lnSpc>
                <a:spcPts val="2420"/>
              </a:lnSpc>
            </a:pPr>
            <a:r>
              <a:rPr lang="en-US" sz="2200">
                <a:solidFill>
                  <a:srgbClr val="1351AA"/>
                </a:solidFill>
                <a:latin typeface="Work Sans"/>
                <a:ea typeface="Work Sans"/>
                <a:cs typeface="Work Sans"/>
                <a:sym typeface="Work Sans"/>
              </a:rPr>
              <a:t>123 ANYWHERE ST., ANY CITY</a:t>
            </a:r>
          </a:p>
        </p:txBody>
      </p:sp>
      <p:sp>
        <p:nvSpPr>
          <p:cNvPr name="TextBox 10" id="10"/>
          <p:cNvSpPr txBox="true"/>
          <p:nvPr/>
        </p:nvSpPr>
        <p:spPr>
          <a:xfrm rot="0">
            <a:off x="8429612" y="7467600"/>
            <a:ext cx="6850128" cy="2009775"/>
          </a:xfrm>
          <a:prstGeom prst="rect">
            <a:avLst/>
          </a:prstGeom>
        </p:spPr>
        <p:txBody>
          <a:bodyPr anchor="t" rtlCol="false" tIns="0" lIns="0" bIns="0" rIns="0">
            <a:spAutoFit/>
          </a:bodyPr>
          <a:lstStyle/>
          <a:p>
            <a:pPr algn="just" marL="0" indent="0" lvl="1">
              <a:lnSpc>
                <a:spcPts val="2639"/>
              </a:lnSpc>
              <a:spcBef>
                <a:spcPct val="0"/>
              </a:spcBef>
            </a:pPr>
            <a:r>
              <a:rPr lang="en-US" sz="2199" strike="noStrike" u="none">
                <a:solidFill>
                  <a:srgbClr val="1351AA"/>
                </a:solidFill>
                <a:latin typeface="Work Sans"/>
                <a:ea typeface="Work Sans"/>
                <a:cs typeface="Work Sans"/>
                <a:sym typeface="Work Sans"/>
              </a:rPr>
              <a:t>Hanover and Tyke Building will be the location for this year’s event.</a:t>
            </a:r>
          </a:p>
          <a:p>
            <a:pPr algn="just" marL="0" indent="0" lvl="1">
              <a:lnSpc>
                <a:spcPts val="2639"/>
              </a:lnSpc>
              <a:spcBef>
                <a:spcPct val="0"/>
              </a:spcBef>
            </a:pPr>
          </a:p>
          <a:p>
            <a:pPr algn="just" marL="0" indent="0" lvl="1">
              <a:lnSpc>
                <a:spcPts val="2639"/>
              </a:lnSpc>
              <a:spcBef>
                <a:spcPct val="0"/>
              </a:spcBef>
            </a:pPr>
            <a:r>
              <a:rPr lang="en-US" sz="2199" strike="noStrike" u="none">
                <a:solidFill>
                  <a:srgbClr val="1351AA"/>
                </a:solidFill>
                <a:latin typeface="Work Sans"/>
                <a:ea typeface="Work Sans"/>
                <a:cs typeface="Work Sans"/>
                <a:sym typeface="Work Sans"/>
              </a:rPr>
              <a:t>Considering the large capacity and strategic location near the city center, we believe this building is the best venue for our event activities.</a:t>
            </a:r>
          </a:p>
        </p:txBody>
      </p:sp>
      <p:grpSp>
        <p:nvGrpSpPr>
          <p:cNvPr name="Group 11" id="11"/>
          <p:cNvGrpSpPr/>
          <p:nvPr/>
        </p:nvGrpSpPr>
        <p:grpSpPr>
          <a:xfrm rot="5400000">
            <a:off x="17045625" y="262575"/>
            <a:ext cx="552450" cy="979799"/>
            <a:chOff x="0" y="0"/>
            <a:chExt cx="189122" cy="335417"/>
          </a:xfrm>
        </p:grpSpPr>
        <p:sp>
          <p:nvSpPr>
            <p:cNvPr name="Freeform 12" id="12"/>
            <p:cNvSpPr/>
            <p:nvPr/>
          </p:nvSpPr>
          <p:spPr>
            <a:xfrm flipH="false" flipV="false" rot="0">
              <a:off x="0" y="0"/>
              <a:ext cx="189122" cy="335417"/>
            </a:xfrm>
            <a:custGeom>
              <a:avLst/>
              <a:gdLst/>
              <a:ahLst/>
              <a:cxnLst/>
              <a:rect r="r" b="b" t="t" l="l"/>
              <a:pathLst>
                <a:path h="335417" w="189122">
                  <a:moveTo>
                    <a:pt x="94561" y="0"/>
                  </a:moveTo>
                  <a:lnTo>
                    <a:pt x="94561" y="0"/>
                  </a:lnTo>
                  <a:cubicBezTo>
                    <a:pt x="146785" y="0"/>
                    <a:pt x="189122" y="42336"/>
                    <a:pt x="189122" y="94561"/>
                  </a:cubicBezTo>
                  <a:lnTo>
                    <a:pt x="189122" y="240856"/>
                  </a:lnTo>
                  <a:cubicBezTo>
                    <a:pt x="189122" y="265936"/>
                    <a:pt x="179159" y="289988"/>
                    <a:pt x="161425" y="307721"/>
                  </a:cubicBezTo>
                  <a:cubicBezTo>
                    <a:pt x="143692" y="325455"/>
                    <a:pt x="119640" y="335417"/>
                    <a:pt x="94561" y="335417"/>
                  </a:cubicBezTo>
                  <a:lnTo>
                    <a:pt x="94561" y="335417"/>
                  </a:lnTo>
                  <a:cubicBezTo>
                    <a:pt x="42336" y="335417"/>
                    <a:pt x="0" y="293081"/>
                    <a:pt x="0" y="240856"/>
                  </a:cubicBezTo>
                  <a:lnTo>
                    <a:pt x="0" y="94561"/>
                  </a:lnTo>
                  <a:cubicBezTo>
                    <a:pt x="0" y="69482"/>
                    <a:pt x="9963" y="45430"/>
                    <a:pt x="27696" y="27696"/>
                  </a:cubicBezTo>
                  <a:cubicBezTo>
                    <a:pt x="45430" y="9963"/>
                    <a:pt x="69482" y="0"/>
                    <a:pt x="94561" y="0"/>
                  </a:cubicBezTo>
                  <a:close/>
                </a:path>
              </a:pathLst>
            </a:custGeom>
            <a:ln w="9525" cap="rnd">
              <a:solidFill>
                <a:srgbClr val="1351AA"/>
              </a:solidFill>
              <a:prstDash val="solid"/>
              <a:round/>
            </a:ln>
          </p:spPr>
        </p:sp>
        <p:sp>
          <p:nvSpPr>
            <p:cNvPr name="TextBox 13" id="13"/>
            <p:cNvSpPr txBox="true"/>
            <p:nvPr/>
          </p:nvSpPr>
          <p:spPr>
            <a:xfrm>
              <a:off x="0" y="-9525"/>
              <a:ext cx="189122" cy="344942"/>
            </a:xfrm>
            <a:prstGeom prst="rect">
              <a:avLst/>
            </a:prstGeom>
          </p:spPr>
          <p:txBody>
            <a:bodyPr anchor="ctr" rtlCol="false" tIns="50800" lIns="50800" bIns="50800" rIns="50800"/>
            <a:lstStyle/>
            <a:p>
              <a:pPr algn="ctr">
                <a:lnSpc>
                  <a:spcPts val="3049"/>
                </a:lnSpc>
              </a:pPr>
            </a:p>
          </p:txBody>
        </p:sp>
      </p:grpSp>
      <p:sp>
        <p:nvSpPr>
          <p:cNvPr name="TextBox 14" id="14"/>
          <p:cNvSpPr txBox="true"/>
          <p:nvPr/>
        </p:nvSpPr>
        <p:spPr>
          <a:xfrm rot="0">
            <a:off x="16831951" y="633413"/>
            <a:ext cx="979799" cy="304800"/>
          </a:xfrm>
          <a:prstGeom prst="rect">
            <a:avLst/>
          </a:prstGeom>
        </p:spPr>
        <p:txBody>
          <a:bodyPr anchor="t" rtlCol="false" tIns="0" lIns="0" bIns="0" rIns="0">
            <a:spAutoFit/>
          </a:bodyPr>
          <a:lstStyle/>
          <a:p>
            <a:pPr algn="ctr" marL="0" indent="0" lvl="0">
              <a:lnSpc>
                <a:spcPts val="2249"/>
              </a:lnSpc>
              <a:spcBef>
                <a:spcPct val="0"/>
              </a:spcBef>
            </a:pPr>
            <a:r>
              <a:rPr lang="en-US" b="true" sz="2499">
                <a:solidFill>
                  <a:srgbClr val="1351AA"/>
                </a:solidFill>
                <a:latin typeface="Work Sans Bold"/>
                <a:ea typeface="Work Sans Bold"/>
                <a:cs typeface="Work Sans Bold"/>
                <a:sym typeface="Work Sans Bold"/>
              </a:rPr>
              <a:t>05</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351AA"/>
        </a:solidFill>
      </p:bgPr>
    </p:bg>
    <p:spTree>
      <p:nvGrpSpPr>
        <p:cNvPr id="1" name=""/>
        <p:cNvGrpSpPr/>
        <p:nvPr/>
      </p:nvGrpSpPr>
      <p:grpSpPr>
        <a:xfrm>
          <a:off x="0" y="0"/>
          <a:ext cx="0" cy="0"/>
          <a:chOff x="0" y="0"/>
          <a:chExt cx="0" cy="0"/>
        </a:xfrm>
      </p:grpSpPr>
      <p:grpSp>
        <p:nvGrpSpPr>
          <p:cNvPr name="Group 2" id="2"/>
          <p:cNvGrpSpPr/>
          <p:nvPr/>
        </p:nvGrpSpPr>
        <p:grpSpPr>
          <a:xfrm rot="0">
            <a:off x="1456736" y="3602346"/>
            <a:ext cx="4477043" cy="4477043"/>
            <a:chOff x="0" y="0"/>
            <a:chExt cx="13716000" cy="13716000"/>
          </a:xfrm>
        </p:grpSpPr>
        <p:sp>
          <p:nvSpPr>
            <p:cNvPr name="Freeform 3" id="3"/>
            <p:cNvSpPr/>
            <p:nvPr/>
          </p:nvSpPr>
          <p:spPr>
            <a:xfrm flipH="true" flipV="false" rot="0">
              <a:off x="0" y="0"/>
              <a:ext cx="13716000" cy="13716000"/>
            </a:xfrm>
            <a:custGeom>
              <a:avLst/>
              <a:gdLst/>
              <a:ahLst/>
              <a:cxnLst/>
              <a:rect r="r" b="b" t="t" l="l"/>
              <a:pathLst>
                <a:path h="13716000" w="13716000">
                  <a:moveTo>
                    <a:pt x="6858006" y="0"/>
                  </a:moveTo>
                  <a:lnTo>
                    <a:pt x="6857992" y="0"/>
                  </a:lnTo>
                  <a:cubicBezTo>
                    <a:pt x="3070427" y="1"/>
                    <a:pt x="0" y="3070429"/>
                    <a:pt x="0" y="6857994"/>
                  </a:cubicBezTo>
                  <a:lnTo>
                    <a:pt x="0" y="13716000"/>
                  </a:lnTo>
                  <a:lnTo>
                    <a:pt x="13716000" y="13716000"/>
                  </a:lnTo>
                  <a:lnTo>
                    <a:pt x="13716000" y="6857994"/>
                  </a:lnTo>
                  <a:cubicBezTo>
                    <a:pt x="13716000" y="3070428"/>
                    <a:pt x="10645572" y="0"/>
                    <a:pt x="6858006" y="0"/>
                  </a:cubicBezTo>
                  <a:close/>
                </a:path>
              </a:pathLst>
            </a:custGeom>
            <a:blipFill>
              <a:blip r:embed="rId2"/>
              <a:stretch>
                <a:fillRect l="-61651" t="0" r="-23166" b="-23134"/>
              </a:stretch>
            </a:blipFill>
          </p:spPr>
        </p:sp>
      </p:grpSp>
      <p:grpSp>
        <p:nvGrpSpPr>
          <p:cNvPr name="Group 4" id="4"/>
          <p:cNvGrpSpPr/>
          <p:nvPr/>
        </p:nvGrpSpPr>
        <p:grpSpPr>
          <a:xfrm rot="0">
            <a:off x="6905628" y="3602346"/>
            <a:ext cx="4477043" cy="4477043"/>
            <a:chOff x="0" y="0"/>
            <a:chExt cx="13716000" cy="13716000"/>
          </a:xfrm>
        </p:grpSpPr>
        <p:sp>
          <p:nvSpPr>
            <p:cNvPr name="Freeform 5" id="5"/>
            <p:cNvSpPr/>
            <p:nvPr/>
          </p:nvSpPr>
          <p:spPr>
            <a:xfrm flipH="false" flipV="false" rot="0">
              <a:off x="0" y="0"/>
              <a:ext cx="13716000" cy="13716000"/>
            </a:xfrm>
            <a:custGeom>
              <a:avLst/>
              <a:gdLst/>
              <a:ahLst/>
              <a:cxnLst/>
              <a:rect r="r" b="b" t="t" l="l"/>
              <a:pathLst>
                <a:path h="13716000" w="13716000">
                  <a:moveTo>
                    <a:pt x="6857994" y="0"/>
                  </a:moveTo>
                  <a:lnTo>
                    <a:pt x="6858008" y="0"/>
                  </a:lnTo>
                  <a:cubicBezTo>
                    <a:pt x="10645573" y="1"/>
                    <a:pt x="13716000" y="3070429"/>
                    <a:pt x="13716000" y="6857994"/>
                  </a:cubicBezTo>
                  <a:lnTo>
                    <a:pt x="13716000" y="13716000"/>
                  </a:lnTo>
                  <a:lnTo>
                    <a:pt x="0" y="13716000"/>
                  </a:lnTo>
                  <a:lnTo>
                    <a:pt x="0" y="6857994"/>
                  </a:lnTo>
                  <a:cubicBezTo>
                    <a:pt x="0" y="3070428"/>
                    <a:pt x="3070428" y="0"/>
                    <a:pt x="6857994" y="0"/>
                  </a:cubicBezTo>
                  <a:close/>
                </a:path>
              </a:pathLst>
            </a:custGeom>
            <a:blipFill>
              <a:blip r:embed="rId3"/>
              <a:stretch>
                <a:fillRect l="-59249" t="0" r="-21405" b="-20361"/>
              </a:stretch>
            </a:blipFill>
          </p:spPr>
        </p:sp>
      </p:grpSp>
      <p:grpSp>
        <p:nvGrpSpPr>
          <p:cNvPr name="Group 6" id="6"/>
          <p:cNvGrpSpPr/>
          <p:nvPr/>
        </p:nvGrpSpPr>
        <p:grpSpPr>
          <a:xfrm rot="0">
            <a:off x="12354221" y="3602346"/>
            <a:ext cx="4477043" cy="4477043"/>
            <a:chOff x="0" y="0"/>
            <a:chExt cx="13716000" cy="13716000"/>
          </a:xfrm>
        </p:grpSpPr>
        <p:sp>
          <p:nvSpPr>
            <p:cNvPr name="Freeform 7" id="7"/>
            <p:cNvSpPr/>
            <p:nvPr/>
          </p:nvSpPr>
          <p:spPr>
            <a:xfrm flipH="false" flipV="false" rot="0">
              <a:off x="0" y="0"/>
              <a:ext cx="13716000" cy="13716000"/>
            </a:xfrm>
            <a:custGeom>
              <a:avLst/>
              <a:gdLst/>
              <a:ahLst/>
              <a:cxnLst/>
              <a:rect r="r" b="b" t="t" l="l"/>
              <a:pathLst>
                <a:path h="13716000" w="13716000">
                  <a:moveTo>
                    <a:pt x="6857994" y="0"/>
                  </a:moveTo>
                  <a:lnTo>
                    <a:pt x="6858008" y="0"/>
                  </a:lnTo>
                  <a:cubicBezTo>
                    <a:pt x="10645573" y="1"/>
                    <a:pt x="13716000" y="3070429"/>
                    <a:pt x="13716000" y="6857994"/>
                  </a:cubicBezTo>
                  <a:lnTo>
                    <a:pt x="13716000" y="13716000"/>
                  </a:lnTo>
                  <a:lnTo>
                    <a:pt x="0" y="13716000"/>
                  </a:lnTo>
                  <a:lnTo>
                    <a:pt x="0" y="6857994"/>
                  </a:lnTo>
                  <a:cubicBezTo>
                    <a:pt x="0" y="3070428"/>
                    <a:pt x="3070428" y="0"/>
                    <a:pt x="6857994" y="0"/>
                  </a:cubicBezTo>
                  <a:close/>
                </a:path>
              </a:pathLst>
            </a:custGeom>
            <a:blipFill>
              <a:blip r:embed="rId4"/>
              <a:stretch>
                <a:fillRect l="-25574" t="0" r="-26514" b="-52089"/>
              </a:stretch>
            </a:blipFill>
          </p:spPr>
        </p:sp>
      </p:grpSp>
      <p:sp>
        <p:nvSpPr>
          <p:cNvPr name="TextBox 8" id="8"/>
          <p:cNvSpPr txBox="true"/>
          <p:nvPr/>
        </p:nvSpPr>
        <p:spPr>
          <a:xfrm rot="0">
            <a:off x="476250" y="276225"/>
            <a:ext cx="12730613" cy="2009775"/>
          </a:xfrm>
          <a:prstGeom prst="rect">
            <a:avLst/>
          </a:prstGeom>
        </p:spPr>
        <p:txBody>
          <a:bodyPr anchor="t" rtlCol="false" tIns="0" lIns="0" bIns="0" rIns="0">
            <a:spAutoFit/>
          </a:bodyPr>
          <a:lstStyle/>
          <a:p>
            <a:pPr algn="l">
              <a:lnSpc>
                <a:spcPts val="15000"/>
              </a:lnSpc>
            </a:pPr>
            <a:r>
              <a:rPr lang="en-US" sz="15000" spc="-825" b="true">
                <a:solidFill>
                  <a:srgbClr val="E3E2DE"/>
                </a:solidFill>
                <a:latin typeface="Aileron Heavy"/>
                <a:ea typeface="Aileron Heavy"/>
                <a:cs typeface="Aileron Heavy"/>
                <a:sym typeface="Aileron Heavy"/>
              </a:rPr>
              <a:t>List of Artists</a:t>
            </a:r>
          </a:p>
        </p:txBody>
      </p:sp>
      <p:grpSp>
        <p:nvGrpSpPr>
          <p:cNvPr name="Group 9" id="9"/>
          <p:cNvGrpSpPr/>
          <p:nvPr/>
        </p:nvGrpSpPr>
        <p:grpSpPr>
          <a:xfrm rot="0">
            <a:off x="7422424" y="8764253"/>
            <a:ext cx="3439304" cy="727903"/>
            <a:chOff x="0" y="0"/>
            <a:chExt cx="1920219" cy="406400"/>
          </a:xfrm>
        </p:grpSpPr>
        <p:sp>
          <p:nvSpPr>
            <p:cNvPr name="Freeform 10" id="10"/>
            <p:cNvSpPr/>
            <p:nvPr/>
          </p:nvSpPr>
          <p:spPr>
            <a:xfrm flipH="false" flipV="false" rot="0">
              <a:off x="0" y="0"/>
              <a:ext cx="1920219" cy="406400"/>
            </a:xfrm>
            <a:custGeom>
              <a:avLst/>
              <a:gdLst/>
              <a:ahLst/>
              <a:cxnLst/>
              <a:rect r="r" b="b" t="t" l="l"/>
              <a:pathLst>
                <a:path h="406400" w="1920219">
                  <a:moveTo>
                    <a:pt x="1717019" y="0"/>
                  </a:moveTo>
                  <a:cubicBezTo>
                    <a:pt x="1829243" y="0"/>
                    <a:pt x="1920219" y="90976"/>
                    <a:pt x="1920219" y="203200"/>
                  </a:cubicBezTo>
                  <a:cubicBezTo>
                    <a:pt x="1920219" y="315424"/>
                    <a:pt x="1829243" y="406400"/>
                    <a:pt x="1717019" y="406400"/>
                  </a:cubicBezTo>
                  <a:lnTo>
                    <a:pt x="203200" y="406400"/>
                  </a:lnTo>
                  <a:cubicBezTo>
                    <a:pt x="90976" y="406400"/>
                    <a:pt x="0" y="315424"/>
                    <a:pt x="0" y="203200"/>
                  </a:cubicBezTo>
                  <a:cubicBezTo>
                    <a:pt x="0" y="90976"/>
                    <a:pt x="90976" y="0"/>
                    <a:pt x="203200" y="0"/>
                  </a:cubicBezTo>
                  <a:close/>
                </a:path>
              </a:pathLst>
            </a:custGeom>
            <a:ln w="19050" cap="sq">
              <a:solidFill>
                <a:srgbClr val="E3E2DE"/>
              </a:solidFill>
              <a:prstDash val="solid"/>
              <a:miter/>
            </a:ln>
          </p:spPr>
        </p:sp>
        <p:sp>
          <p:nvSpPr>
            <p:cNvPr name="TextBox 11" id="11"/>
            <p:cNvSpPr txBox="true"/>
            <p:nvPr/>
          </p:nvSpPr>
          <p:spPr>
            <a:xfrm>
              <a:off x="0" y="38100"/>
              <a:ext cx="1920219" cy="368300"/>
            </a:xfrm>
            <a:prstGeom prst="rect">
              <a:avLst/>
            </a:prstGeom>
          </p:spPr>
          <p:txBody>
            <a:bodyPr anchor="ctr" rtlCol="false" tIns="53951" lIns="53951" bIns="53951" rIns="53951"/>
            <a:lstStyle/>
            <a:p>
              <a:pPr algn="ctr">
                <a:lnSpc>
                  <a:spcPts val="3000"/>
                </a:lnSpc>
              </a:pPr>
            </a:p>
          </p:txBody>
        </p:sp>
      </p:grpSp>
      <p:sp>
        <p:nvSpPr>
          <p:cNvPr name="TextBox 12" id="12"/>
          <p:cNvSpPr txBox="true"/>
          <p:nvPr/>
        </p:nvSpPr>
        <p:spPr>
          <a:xfrm rot="0">
            <a:off x="7554306" y="8995791"/>
            <a:ext cx="3175540" cy="360078"/>
          </a:xfrm>
          <a:prstGeom prst="rect">
            <a:avLst/>
          </a:prstGeom>
        </p:spPr>
        <p:txBody>
          <a:bodyPr anchor="t" rtlCol="false" tIns="0" lIns="0" bIns="0" rIns="0">
            <a:spAutoFit/>
          </a:bodyPr>
          <a:lstStyle/>
          <a:p>
            <a:pPr algn="ctr" marL="0" indent="0" lvl="0">
              <a:lnSpc>
                <a:spcPts val="2490"/>
              </a:lnSpc>
              <a:spcBef>
                <a:spcPct val="0"/>
              </a:spcBef>
            </a:pPr>
            <a:r>
              <a:rPr lang="en-US" b="true" sz="3000" spc="-93">
                <a:solidFill>
                  <a:srgbClr val="E3E2DE"/>
                </a:solidFill>
                <a:latin typeface="Work Sans Bold"/>
                <a:ea typeface="Work Sans Bold"/>
                <a:cs typeface="Work Sans Bold"/>
                <a:sym typeface="Work Sans Bold"/>
              </a:rPr>
              <a:t>CHIDI EZE</a:t>
            </a:r>
          </a:p>
        </p:txBody>
      </p:sp>
      <p:grpSp>
        <p:nvGrpSpPr>
          <p:cNvPr name="Group 13" id="13"/>
          <p:cNvGrpSpPr/>
          <p:nvPr/>
        </p:nvGrpSpPr>
        <p:grpSpPr>
          <a:xfrm rot="0">
            <a:off x="12795641" y="8702503"/>
            <a:ext cx="3439304" cy="851403"/>
            <a:chOff x="0" y="0"/>
            <a:chExt cx="1641682" cy="406400"/>
          </a:xfrm>
        </p:grpSpPr>
        <p:sp>
          <p:nvSpPr>
            <p:cNvPr name="Freeform 14" id="14"/>
            <p:cNvSpPr/>
            <p:nvPr/>
          </p:nvSpPr>
          <p:spPr>
            <a:xfrm flipH="false" flipV="false" rot="0">
              <a:off x="0" y="0"/>
              <a:ext cx="1641682" cy="406400"/>
            </a:xfrm>
            <a:custGeom>
              <a:avLst/>
              <a:gdLst/>
              <a:ahLst/>
              <a:cxnLst/>
              <a:rect r="r" b="b" t="t" l="l"/>
              <a:pathLst>
                <a:path h="406400" w="1641682">
                  <a:moveTo>
                    <a:pt x="1438482" y="0"/>
                  </a:moveTo>
                  <a:cubicBezTo>
                    <a:pt x="1550707" y="0"/>
                    <a:pt x="1641682" y="90976"/>
                    <a:pt x="1641682" y="203200"/>
                  </a:cubicBezTo>
                  <a:cubicBezTo>
                    <a:pt x="1641682" y="315424"/>
                    <a:pt x="1550707" y="406400"/>
                    <a:pt x="1438482" y="406400"/>
                  </a:cubicBezTo>
                  <a:lnTo>
                    <a:pt x="203200" y="406400"/>
                  </a:lnTo>
                  <a:cubicBezTo>
                    <a:pt x="90976" y="406400"/>
                    <a:pt x="0" y="315424"/>
                    <a:pt x="0" y="203200"/>
                  </a:cubicBezTo>
                  <a:cubicBezTo>
                    <a:pt x="0" y="90976"/>
                    <a:pt x="90976" y="0"/>
                    <a:pt x="203200" y="0"/>
                  </a:cubicBezTo>
                  <a:close/>
                </a:path>
              </a:pathLst>
            </a:custGeom>
            <a:ln w="19050" cap="sq">
              <a:solidFill>
                <a:srgbClr val="E3E2DE"/>
              </a:solidFill>
              <a:prstDash val="solid"/>
              <a:miter/>
            </a:ln>
          </p:spPr>
        </p:sp>
        <p:sp>
          <p:nvSpPr>
            <p:cNvPr name="TextBox 15" id="15"/>
            <p:cNvSpPr txBox="true"/>
            <p:nvPr/>
          </p:nvSpPr>
          <p:spPr>
            <a:xfrm>
              <a:off x="0" y="38100"/>
              <a:ext cx="1641682" cy="368300"/>
            </a:xfrm>
            <a:prstGeom prst="rect">
              <a:avLst/>
            </a:prstGeom>
          </p:spPr>
          <p:txBody>
            <a:bodyPr anchor="ctr" rtlCol="false" tIns="53951" lIns="53951" bIns="53951" rIns="53951"/>
            <a:lstStyle/>
            <a:p>
              <a:pPr algn="ctr">
                <a:lnSpc>
                  <a:spcPts val="3000"/>
                </a:lnSpc>
              </a:pPr>
            </a:p>
          </p:txBody>
        </p:sp>
      </p:grpSp>
      <p:sp>
        <p:nvSpPr>
          <p:cNvPr name="TextBox 16" id="16"/>
          <p:cNvSpPr txBox="true"/>
          <p:nvPr/>
        </p:nvSpPr>
        <p:spPr>
          <a:xfrm rot="0">
            <a:off x="12915978" y="8995807"/>
            <a:ext cx="3198630" cy="360045"/>
          </a:xfrm>
          <a:prstGeom prst="rect">
            <a:avLst/>
          </a:prstGeom>
        </p:spPr>
        <p:txBody>
          <a:bodyPr anchor="t" rtlCol="false" tIns="0" lIns="0" bIns="0" rIns="0">
            <a:spAutoFit/>
          </a:bodyPr>
          <a:lstStyle/>
          <a:p>
            <a:pPr algn="ctr" marL="0" indent="0" lvl="0">
              <a:lnSpc>
                <a:spcPts val="2490"/>
              </a:lnSpc>
              <a:spcBef>
                <a:spcPct val="0"/>
              </a:spcBef>
            </a:pPr>
            <a:r>
              <a:rPr lang="en-US" b="true" sz="3000" spc="-93">
                <a:solidFill>
                  <a:srgbClr val="E3E2DE"/>
                </a:solidFill>
                <a:latin typeface="Work Sans Bold"/>
                <a:ea typeface="Work Sans Bold"/>
                <a:cs typeface="Work Sans Bold"/>
                <a:sym typeface="Work Sans Bold"/>
              </a:rPr>
              <a:t>JULIANA SILVA</a:t>
            </a:r>
          </a:p>
        </p:txBody>
      </p:sp>
      <p:grpSp>
        <p:nvGrpSpPr>
          <p:cNvPr name="Group 17" id="17"/>
          <p:cNvGrpSpPr/>
          <p:nvPr/>
        </p:nvGrpSpPr>
        <p:grpSpPr>
          <a:xfrm rot="0">
            <a:off x="2053055" y="8764253"/>
            <a:ext cx="3439304" cy="727903"/>
            <a:chOff x="0" y="0"/>
            <a:chExt cx="1920219" cy="406400"/>
          </a:xfrm>
        </p:grpSpPr>
        <p:sp>
          <p:nvSpPr>
            <p:cNvPr name="Freeform 18" id="18"/>
            <p:cNvSpPr/>
            <p:nvPr/>
          </p:nvSpPr>
          <p:spPr>
            <a:xfrm flipH="false" flipV="false" rot="0">
              <a:off x="0" y="0"/>
              <a:ext cx="1920219" cy="406400"/>
            </a:xfrm>
            <a:custGeom>
              <a:avLst/>
              <a:gdLst/>
              <a:ahLst/>
              <a:cxnLst/>
              <a:rect r="r" b="b" t="t" l="l"/>
              <a:pathLst>
                <a:path h="406400" w="1920219">
                  <a:moveTo>
                    <a:pt x="1717019" y="0"/>
                  </a:moveTo>
                  <a:cubicBezTo>
                    <a:pt x="1829243" y="0"/>
                    <a:pt x="1920219" y="90976"/>
                    <a:pt x="1920219" y="203200"/>
                  </a:cubicBezTo>
                  <a:cubicBezTo>
                    <a:pt x="1920219" y="315424"/>
                    <a:pt x="1829243" y="406400"/>
                    <a:pt x="1717019" y="406400"/>
                  </a:cubicBezTo>
                  <a:lnTo>
                    <a:pt x="203200" y="406400"/>
                  </a:lnTo>
                  <a:cubicBezTo>
                    <a:pt x="90976" y="406400"/>
                    <a:pt x="0" y="315424"/>
                    <a:pt x="0" y="203200"/>
                  </a:cubicBezTo>
                  <a:cubicBezTo>
                    <a:pt x="0" y="90976"/>
                    <a:pt x="90976" y="0"/>
                    <a:pt x="203200" y="0"/>
                  </a:cubicBezTo>
                  <a:close/>
                </a:path>
              </a:pathLst>
            </a:custGeom>
            <a:ln w="19050" cap="sq">
              <a:solidFill>
                <a:srgbClr val="E3E2DE"/>
              </a:solidFill>
              <a:prstDash val="solid"/>
              <a:miter/>
            </a:ln>
          </p:spPr>
        </p:sp>
        <p:sp>
          <p:nvSpPr>
            <p:cNvPr name="TextBox 19" id="19"/>
            <p:cNvSpPr txBox="true"/>
            <p:nvPr/>
          </p:nvSpPr>
          <p:spPr>
            <a:xfrm>
              <a:off x="0" y="38100"/>
              <a:ext cx="1920219" cy="368300"/>
            </a:xfrm>
            <a:prstGeom prst="rect">
              <a:avLst/>
            </a:prstGeom>
          </p:spPr>
          <p:txBody>
            <a:bodyPr anchor="ctr" rtlCol="false" tIns="53951" lIns="53951" bIns="53951" rIns="53951"/>
            <a:lstStyle/>
            <a:p>
              <a:pPr algn="ctr">
                <a:lnSpc>
                  <a:spcPts val="3000"/>
                </a:lnSpc>
              </a:pPr>
            </a:p>
          </p:txBody>
        </p:sp>
      </p:grpSp>
      <p:sp>
        <p:nvSpPr>
          <p:cNvPr name="TextBox 20" id="20"/>
          <p:cNvSpPr txBox="true"/>
          <p:nvPr/>
        </p:nvSpPr>
        <p:spPr>
          <a:xfrm rot="0">
            <a:off x="2189915" y="8995807"/>
            <a:ext cx="3165584" cy="360045"/>
          </a:xfrm>
          <a:prstGeom prst="rect">
            <a:avLst/>
          </a:prstGeom>
        </p:spPr>
        <p:txBody>
          <a:bodyPr anchor="t" rtlCol="false" tIns="0" lIns="0" bIns="0" rIns="0">
            <a:spAutoFit/>
          </a:bodyPr>
          <a:lstStyle/>
          <a:p>
            <a:pPr algn="ctr" marL="0" indent="0" lvl="0">
              <a:lnSpc>
                <a:spcPts val="2490"/>
              </a:lnSpc>
              <a:spcBef>
                <a:spcPct val="0"/>
              </a:spcBef>
            </a:pPr>
            <a:r>
              <a:rPr lang="en-US" b="true" sz="3000" spc="-93">
                <a:solidFill>
                  <a:srgbClr val="E3E2DE"/>
                </a:solidFill>
                <a:latin typeface="Work Sans Bold"/>
                <a:ea typeface="Work Sans Bold"/>
                <a:cs typeface="Work Sans Bold"/>
                <a:sym typeface="Work Sans Bold"/>
              </a:rPr>
              <a:t>AVERY DAVIS</a:t>
            </a:r>
          </a:p>
        </p:txBody>
      </p:sp>
      <p:grpSp>
        <p:nvGrpSpPr>
          <p:cNvPr name="Group 21" id="21"/>
          <p:cNvGrpSpPr/>
          <p:nvPr/>
        </p:nvGrpSpPr>
        <p:grpSpPr>
          <a:xfrm rot="5400000">
            <a:off x="17045625" y="262575"/>
            <a:ext cx="552450" cy="979799"/>
            <a:chOff x="0" y="0"/>
            <a:chExt cx="189122" cy="335417"/>
          </a:xfrm>
        </p:grpSpPr>
        <p:sp>
          <p:nvSpPr>
            <p:cNvPr name="Freeform 22" id="22"/>
            <p:cNvSpPr/>
            <p:nvPr/>
          </p:nvSpPr>
          <p:spPr>
            <a:xfrm flipH="false" flipV="false" rot="0">
              <a:off x="0" y="0"/>
              <a:ext cx="189122" cy="335417"/>
            </a:xfrm>
            <a:custGeom>
              <a:avLst/>
              <a:gdLst/>
              <a:ahLst/>
              <a:cxnLst/>
              <a:rect r="r" b="b" t="t" l="l"/>
              <a:pathLst>
                <a:path h="335417" w="189122">
                  <a:moveTo>
                    <a:pt x="94561" y="0"/>
                  </a:moveTo>
                  <a:lnTo>
                    <a:pt x="94561" y="0"/>
                  </a:lnTo>
                  <a:cubicBezTo>
                    <a:pt x="146785" y="0"/>
                    <a:pt x="189122" y="42336"/>
                    <a:pt x="189122" y="94561"/>
                  </a:cubicBezTo>
                  <a:lnTo>
                    <a:pt x="189122" y="240856"/>
                  </a:lnTo>
                  <a:cubicBezTo>
                    <a:pt x="189122" y="265936"/>
                    <a:pt x="179159" y="289988"/>
                    <a:pt x="161425" y="307721"/>
                  </a:cubicBezTo>
                  <a:cubicBezTo>
                    <a:pt x="143692" y="325455"/>
                    <a:pt x="119640" y="335417"/>
                    <a:pt x="94561" y="335417"/>
                  </a:cubicBezTo>
                  <a:lnTo>
                    <a:pt x="94561" y="335417"/>
                  </a:lnTo>
                  <a:cubicBezTo>
                    <a:pt x="42336" y="335417"/>
                    <a:pt x="0" y="293081"/>
                    <a:pt x="0" y="240856"/>
                  </a:cubicBezTo>
                  <a:lnTo>
                    <a:pt x="0" y="94561"/>
                  </a:lnTo>
                  <a:cubicBezTo>
                    <a:pt x="0" y="69482"/>
                    <a:pt x="9963" y="45430"/>
                    <a:pt x="27696" y="27696"/>
                  </a:cubicBezTo>
                  <a:cubicBezTo>
                    <a:pt x="45430" y="9963"/>
                    <a:pt x="69482" y="0"/>
                    <a:pt x="94561" y="0"/>
                  </a:cubicBezTo>
                  <a:close/>
                </a:path>
              </a:pathLst>
            </a:custGeom>
            <a:ln w="9525" cap="rnd">
              <a:solidFill>
                <a:srgbClr val="E3E2DE"/>
              </a:solidFill>
              <a:prstDash val="solid"/>
              <a:round/>
            </a:ln>
          </p:spPr>
        </p:sp>
        <p:sp>
          <p:nvSpPr>
            <p:cNvPr name="TextBox 23" id="23"/>
            <p:cNvSpPr txBox="true"/>
            <p:nvPr/>
          </p:nvSpPr>
          <p:spPr>
            <a:xfrm>
              <a:off x="0" y="-9525"/>
              <a:ext cx="189122" cy="344942"/>
            </a:xfrm>
            <a:prstGeom prst="rect">
              <a:avLst/>
            </a:prstGeom>
          </p:spPr>
          <p:txBody>
            <a:bodyPr anchor="ctr" rtlCol="false" tIns="50800" lIns="50800" bIns="50800" rIns="50800"/>
            <a:lstStyle/>
            <a:p>
              <a:pPr algn="ctr">
                <a:lnSpc>
                  <a:spcPts val="3049"/>
                </a:lnSpc>
              </a:pPr>
            </a:p>
          </p:txBody>
        </p:sp>
      </p:grpSp>
      <p:sp>
        <p:nvSpPr>
          <p:cNvPr name="TextBox 24" id="24"/>
          <p:cNvSpPr txBox="true"/>
          <p:nvPr/>
        </p:nvSpPr>
        <p:spPr>
          <a:xfrm rot="0">
            <a:off x="16831951" y="633413"/>
            <a:ext cx="979799" cy="304800"/>
          </a:xfrm>
          <a:prstGeom prst="rect">
            <a:avLst/>
          </a:prstGeom>
        </p:spPr>
        <p:txBody>
          <a:bodyPr anchor="t" rtlCol="false" tIns="0" lIns="0" bIns="0" rIns="0">
            <a:spAutoFit/>
          </a:bodyPr>
          <a:lstStyle/>
          <a:p>
            <a:pPr algn="ctr" marL="0" indent="0" lvl="0">
              <a:lnSpc>
                <a:spcPts val="2249"/>
              </a:lnSpc>
              <a:spcBef>
                <a:spcPct val="0"/>
              </a:spcBef>
            </a:pPr>
            <a:r>
              <a:rPr lang="en-US" b="true" sz="2499">
                <a:solidFill>
                  <a:srgbClr val="E3E2DE"/>
                </a:solidFill>
                <a:latin typeface="Work Sans Bold"/>
                <a:ea typeface="Work Sans Bold"/>
                <a:cs typeface="Work Sans Bold"/>
                <a:sym typeface="Work Sans Bold"/>
              </a:rPr>
              <a:t>06</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1351AA"/>
        </a:solidFill>
      </p:bgPr>
    </p:bg>
    <p:spTree>
      <p:nvGrpSpPr>
        <p:cNvPr id="1" name=""/>
        <p:cNvGrpSpPr/>
        <p:nvPr/>
      </p:nvGrpSpPr>
      <p:grpSpPr>
        <a:xfrm>
          <a:off x="0" y="0"/>
          <a:ext cx="0" cy="0"/>
          <a:chOff x="0" y="0"/>
          <a:chExt cx="0" cy="0"/>
        </a:xfrm>
      </p:grpSpPr>
      <p:sp>
        <p:nvSpPr>
          <p:cNvPr name="TextBox 2" id="2"/>
          <p:cNvSpPr txBox="true"/>
          <p:nvPr/>
        </p:nvSpPr>
        <p:spPr>
          <a:xfrm rot="0">
            <a:off x="327696" y="276225"/>
            <a:ext cx="14279849" cy="2009775"/>
          </a:xfrm>
          <a:prstGeom prst="rect">
            <a:avLst/>
          </a:prstGeom>
        </p:spPr>
        <p:txBody>
          <a:bodyPr anchor="t" rtlCol="false" tIns="0" lIns="0" bIns="0" rIns="0">
            <a:spAutoFit/>
          </a:bodyPr>
          <a:lstStyle/>
          <a:p>
            <a:pPr algn="l">
              <a:lnSpc>
                <a:spcPts val="15000"/>
              </a:lnSpc>
            </a:pPr>
            <a:r>
              <a:rPr lang="en-US" sz="15000" spc="-825" b="true">
                <a:solidFill>
                  <a:srgbClr val="E3E2DE"/>
                </a:solidFill>
                <a:latin typeface="Aileron Heavy"/>
                <a:ea typeface="Aileron Heavy"/>
                <a:cs typeface="Aileron Heavy"/>
                <a:sym typeface="Aileron Heavy"/>
              </a:rPr>
              <a:t>Project Timeline</a:t>
            </a:r>
          </a:p>
        </p:txBody>
      </p:sp>
      <p:sp>
        <p:nvSpPr>
          <p:cNvPr name="TextBox 3" id="3"/>
          <p:cNvSpPr txBox="true"/>
          <p:nvPr/>
        </p:nvSpPr>
        <p:spPr>
          <a:xfrm rot="0">
            <a:off x="756899" y="5789431"/>
            <a:ext cx="2773329" cy="628015"/>
          </a:xfrm>
          <a:prstGeom prst="rect">
            <a:avLst/>
          </a:prstGeom>
        </p:spPr>
        <p:txBody>
          <a:bodyPr anchor="t" rtlCol="false" tIns="0" lIns="0" bIns="0" rIns="0">
            <a:spAutoFit/>
          </a:bodyPr>
          <a:lstStyle/>
          <a:p>
            <a:pPr algn="ctr">
              <a:lnSpc>
                <a:spcPts val="2419"/>
              </a:lnSpc>
              <a:spcBef>
                <a:spcPct val="0"/>
              </a:spcBef>
            </a:pPr>
            <a:r>
              <a:rPr lang="en-US" sz="2199">
                <a:solidFill>
                  <a:srgbClr val="E3E2DE"/>
                </a:solidFill>
                <a:latin typeface="Work Sans"/>
                <a:ea typeface="Work Sans"/>
                <a:cs typeface="Work Sans"/>
                <a:sym typeface="Work Sans"/>
              </a:rPr>
              <a:t>Survey and b</a:t>
            </a:r>
            <a:r>
              <a:rPr lang="en-US" sz="2199" strike="noStrike" u="none">
                <a:solidFill>
                  <a:srgbClr val="E3E2DE"/>
                </a:solidFill>
                <a:latin typeface="Work Sans"/>
                <a:ea typeface="Work Sans"/>
                <a:cs typeface="Work Sans"/>
                <a:sym typeface="Work Sans"/>
              </a:rPr>
              <a:t>ook </a:t>
            </a:r>
          </a:p>
          <a:p>
            <a:pPr algn="ctr" marL="0" indent="0" lvl="1">
              <a:lnSpc>
                <a:spcPts val="2419"/>
              </a:lnSpc>
              <a:spcBef>
                <a:spcPct val="0"/>
              </a:spcBef>
            </a:pPr>
            <a:r>
              <a:rPr lang="en-US" sz="2199" strike="noStrike" u="none">
                <a:solidFill>
                  <a:srgbClr val="E3E2DE"/>
                </a:solidFill>
                <a:latin typeface="Work Sans"/>
                <a:ea typeface="Work Sans"/>
                <a:cs typeface="Work Sans"/>
                <a:sym typeface="Work Sans"/>
              </a:rPr>
              <a:t>the venue </a:t>
            </a:r>
          </a:p>
        </p:txBody>
      </p:sp>
      <p:sp>
        <p:nvSpPr>
          <p:cNvPr name="TextBox 4" id="4"/>
          <p:cNvSpPr txBox="true"/>
          <p:nvPr/>
        </p:nvSpPr>
        <p:spPr>
          <a:xfrm rot="0">
            <a:off x="924064" y="4975343"/>
            <a:ext cx="2439000" cy="447675"/>
          </a:xfrm>
          <a:prstGeom prst="rect">
            <a:avLst/>
          </a:prstGeom>
        </p:spPr>
        <p:txBody>
          <a:bodyPr anchor="t" rtlCol="false" tIns="0" lIns="0" bIns="0" rIns="0">
            <a:spAutoFit/>
          </a:bodyPr>
          <a:lstStyle/>
          <a:p>
            <a:pPr algn="ctr" marL="0" indent="0" lvl="1">
              <a:lnSpc>
                <a:spcPts val="3300"/>
              </a:lnSpc>
              <a:spcBef>
                <a:spcPct val="0"/>
              </a:spcBef>
            </a:pPr>
            <a:r>
              <a:rPr lang="en-US" b="true" sz="3000">
                <a:solidFill>
                  <a:srgbClr val="E3E2DE"/>
                </a:solidFill>
                <a:latin typeface="Work Sans Bold"/>
                <a:ea typeface="Work Sans Bold"/>
                <a:cs typeface="Work Sans Bold"/>
                <a:sym typeface="Work Sans Bold"/>
              </a:rPr>
              <a:t>FIRST WEEK</a:t>
            </a:r>
          </a:p>
        </p:txBody>
      </p:sp>
      <p:grpSp>
        <p:nvGrpSpPr>
          <p:cNvPr name="Group 5" id="5"/>
          <p:cNvGrpSpPr/>
          <p:nvPr/>
        </p:nvGrpSpPr>
        <p:grpSpPr>
          <a:xfrm rot="0">
            <a:off x="476250" y="4847172"/>
            <a:ext cx="3334628" cy="694492"/>
            <a:chOff x="0" y="0"/>
            <a:chExt cx="1951343" cy="406400"/>
          </a:xfrm>
        </p:grpSpPr>
        <p:sp>
          <p:nvSpPr>
            <p:cNvPr name="Freeform 6" id="6"/>
            <p:cNvSpPr/>
            <p:nvPr/>
          </p:nvSpPr>
          <p:spPr>
            <a:xfrm flipH="false" flipV="false" rot="0">
              <a:off x="0" y="0"/>
              <a:ext cx="1951343" cy="406400"/>
            </a:xfrm>
            <a:custGeom>
              <a:avLst/>
              <a:gdLst/>
              <a:ahLst/>
              <a:cxnLst/>
              <a:rect r="r" b="b" t="t" l="l"/>
              <a:pathLst>
                <a:path h="406400" w="1951343">
                  <a:moveTo>
                    <a:pt x="1748143" y="0"/>
                  </a:moveTo>
                  <a:cubicBezTo>
                    <a:pt x="1860368" y="0"/>
                    <a:pt x="1951343" y="90976"/>
                    <a:pt x="1951343" y="203200"/>
                  </a:cubicBezTo>
                  <a:cubicBezTo>
                    <a:pt x="1951343" y="315424"/>
                    <a:pt x="1860368" y="406400"/>
                    <a:pt x="1748143" y="406400"/>
                  </a:cubicBezTo>
                  <a:lnTo>
                    <a:pt x="203200" y="406400"/>
                  </a:lnTo>
                  <a:cubicBezTo>
                    <a:pt x="90976" y="406400"/>
                    <a:pt x="0" y="315424"/>
                    <a:pt x="0" y="203200"/>
                  </a:cubicBezTo>
                  <a:cubicBezTo>
                    <a:pt x="0" y="90976"/>
                    <a:pt x="90976" y="0"/>
                    <a:pt x="203200" y="0"/>
                  </a:cubicBezTo>
                  <a:close/>
                </a:path>
              </a:pathLst>
            </a:custGeom>
            <a:ln w="19050" cap="sq">
              <a:solidFill>
                <a:srgbClr val="E3E2DE"/>
              </a:solidFill>
              <a:prstDash val="solid"/>
              <a:miter/>
            </a:ln>
          </p:spPr>
        </p:sp>
        <p:sp>
          <p:nvSpPr>
            <p:cNvPr name="TextBox 7" id="7"/>
            <p:cNvSpPr txBox="true"/>
            <p:nvPr/>
          </p:nvSpPr>
          <p:spPr>
            <a:xfrm>
              <a:off x="0" y="38100"/>
              <a:ext cx="1951343" cy="368300"/>
            </a:xfrm>
            <a:prstGeom prst="rect">
              <a:avLst/>
            </a:prstGeom>
          </p:spPr>
          <p:txBody>
            <a:bodyPr anchor="ctr" rtlCol="false" tIns="53951" lIns="53951" bIns="53951" rIns="53951"/>
            <a:lstStyle/>
            <a:p>
              <a:pPr algn="ctr" marL="0" indent="0" lvl="0">
                <a:lnSpc>
                  <a:spcPts val="3000"/>
                </a:lnSpc>
                <a:spcBef>
                  <a:spcPct val="0"/>
                </a:spcBef>
              </a:pPr>
            </a:p>
          </p:txBody>
        </p:sp>
      </p:grpSp>
      <p:sp>
        <p:nvSpPr>
          <p:cNvPr name="TextBox 8" id="8"/>
          <p:cNvSpPr txBox="true"/>
          <p:nvPr/>
        </p:nvSpPr>
        <p:spPr>
          <a:xfrm rot="0">
            <a:off x="5210424" y="8630285"/>
            <a:ext cx="3200194" cy="628015"/>
          </a:xfrm>
          <a:prstGeom prst="rect">
            <a:avLst/>
          </a:prstGeom>
        </p:spPr>
        <p:txBody>
          <a:bodyPr anchor="t" rtlCol="false" tIns="0" lIns="0" bIns="0" rIns="0">
            <a:spAutoFit/>
          </a:bodyPr>
          <a:lstStyle/>
          <a:p>
            <a:pPr algn="ctr" marL="0" indent="0" lvl="1">
              <a:lnSpc>
                <a:spcPts val="2419"/>
              </a:lnSpc>
              <a:spcBef>
                <a:spcPct val="0"/>
              </a:spcBef>
            </a:pPr>
            <a:r>
              <a:rPr lang="en-US" sz="2199" strike="noStrike" u="none">
                <a:solidFill>
                  <a:srgbClr val="E3E2DE"/>
                </a:solidFill>
                <a:latin typeface="Work Sans"/>
                <a:ea typeface="Work Sans"/>
                <a:cs typeface="Work Sans"/>
                <a:sym typeface="Work Sans"/>
              </a:rPr>
              <a:t>Design and print the event promotion kit</a:t>
            </a:r>
          </a:p>
        </p:txBody>
      </p:sp>
      <p:sp>
        <p:nvSpPr>
          <p:cNvPr name="TextBox 9" id="9"/>
          <p:cNvSpPr txBox="true"/>
          <p:nvPr/>
        </p:nvSpPr>
        <p:spPr>
          <a:xfrm rot="0">
            <a:off x="5274315" y="7816197"/>
            <a:ext cx="3072412" cy="447675"/>
          </a:xfrm>
          <a:prstGeom prst="rect">
            <a:avLst/>
          </a:prstGeom>
        </p:spPr>
        <p:txBody>
          <a:bodyPr anchor="t" rtlCol="false" tIns="0" lIns="0" bIns="0" rIns="0">
            <a:spAutoFit/>
          </a:bodyPr>
          <a:lstStyle/>
          <a:p>
            <a:pPr algn="ctr" marL="0" indent="0" lvl="1">
              <a:lnSpc>
                <a:spcPts val="3300"/>
              </a:lnSpc>
              <a:spcBef>
                <a:spcPct val="0"/>
              </a:spcBef>
            </a:pPr>
            <a:r>
              <a:rPr lang="en-US" b="true" sz="3000">
                <a:solidFill>
                  <a:srgbClr val="E3E2DE"/>
                </a:solidFill>
                <a:latin typeface="Work Sans Bold"/>
                <a:ea typeface="Work Sans Bold"/>
                <a:cs typeface="Work Sans Bold"/>
                <a:sym typeface="Work Sans Bold"/>
              </a:rPr>
              <a:t>SECOND WEEK</a:t>
            </a:r>
          </a:p>
        </p:txBody>
      </p:sp>
      <p:grpSp>
        <p:nvGrpSpPr>
          <p:cNvPr name="Group 10" id="10"/>
          <p:cNvGrpSpPr/>
          <p:nvPr/>
        </p:nvGrpSpPr>
        <p:grpSpPr>
          <a:xfrm rot="0">
            <a:off x="5143207" y="7688026"/>
            <a:ext cx="3334628" cy="694492"/>
            <a:chOff x="0" y="0"/>
            <a:chExt cx="1951343" cy="406400"/>
          </a:xfrm>
        </p:grpSpPr>
        <p:sp>
          <p:nvSpPr>
            <p:cNvPr name="Freeform 11" id="11"/>
            <p:cNvSpPr/>
            <p:nvPr/>
          </p:nvSpPr>
          <p:spPr>
            <a:xfrm flipH="false" flipV="false" rot="0">
              <a:off x="0" y="0"/>
              <a:ext cx="1951343" cy="406400"/>
            </a:xfrm>
            <a:custGeom>
              <a:avLst/>
              <a:gdLst/>
              <a:ahLst/>
              <a:cxnLst/>
              <a:rect r="r" b="b" t="t" l="l"/>
              <a:pathLst>
                <a:path h="406400" w="1951343">
                  <a:moveTo>
                    <a:pt x="1748143" y="0"/>
                  </a:moveTo>
                  <a:cubicBezTo>
                    <a:pt x="1860368" y="0"/>
                    <a:pt x="1951343" y="90976"/>
                    <a:pt x="1951343" y="203200"/>
                  </a:cubicBezTo>
                  <a:cubicBezTo>
                    <a:pt x="1951343" y="315424"/>
                    <a:pt x="1860368" y="406400"/>
                    <a:pt x="1748143" y="406400"/>
                  </a:cubicBezTo>
                  <a:lnTo>
                    <a:pt x="203200" y="406400"/>
                  </a:lnTo>
                  <a:cubicBezTo>
                    <a:pt x="90976" y="406400"/>
                    <a:pt x="0" y="315424"/>
                    <a:pt x="0" y="203200"/>
                  </a:cubicBezTo>
                  <a:cubicBezTo>
                    <a:pt x="0" y="90976"/>
                    <a:pt x="90976" y="0"/>
                    <a:pt x="203200" y="0"/>
                  </a:cubicBezTo>
                  <a:close/>
                </a:path>
              </a:pathLst>
            </a:custGeom>
            <a:ln w="19050" cap="sq">
              <a:solidFill>
                <a:srgbClr val="E3E2DE"/>
              </a:solidFill>
              <a:prstDash val="solid"/>
              <a:miter/>
            </a:ln>
          </p:spPr>
        </p:sp>
        <p:sp>
          <p:nvSpPr>
            <p:cNvPr name="TextBox 12" id="12"/>
            <p:cNvSpPr txBox="true"/>
            <p:nvPr/>
          </p:nvSpPr>
          <p:spPr>
            <a:xfrm>
              <a:off x="0" y="38100"/>
              <a:ext cx="1951343" cy="368300"/>
            </a:xfrm>
            <a:prstGeom prst="rect">
              <a:avLst/>
            </a:prstGeom>
          </p:spPr>
          <p:txBody>
            <a:bodyPr anchor="ctr" rtlCol="false" tIns="53951" lIns="53951" bIns="53951" rIns="53951"/>
            <a:lstStyle/>
            <a:p>
              <a:pPr algn="ctr" marL="0" indent="0" lvl="0">
                <a:lnSpc>
                  <a:spcPts val="3000"/>
                </a:lnSpc>
                <a:spcBef>
                  <a:spcPct val="0"/>
                </a:spcBef>
              </a:pPr>
            </a:p>
          </p:txBody>
        </p:sp>
      </p:grpSp>
      <p:sp>
        <p:nvSpPr>
          <p:cNvPr name="TextBox 13" id="13"/>
          <p:cNvSpPr txBox="true"/>
          <p:nvPr/>
        </p:nvSpPr>
        <p:spPr>
          <a:xfrm rot="0">
            <a:off x="10330498" y="5789431"/>
            <a:ext cx="2293962" cy="628015"/>
          </a:xfrm>
          <a:prstGeom prst="rect">
            <a:avLst/>
          </a:prstGeom>
        </p:spPr>
        <p:txBody>
          <a:bodyPr anchor="t" rtlCol="false" tIns="0" lIns="0" bIns="0" rIns="0">
            <a:spAutoFit/>
          </a:bodyPr>
          <a:lstStyle/>
          <a:p>
            <a:pPr algn="ctr" marL="0" indent="0" lvl="1">
              <a:lnSpc>
                <a:spcPts val="2419"/>
              </a:lnSpc>
              <a:spcBef>
                <a:spcPct val="0"/>
              </a:spcBef>
            </a:pPr>
            <a:r>
              <a:rPr lang="en-US" sz="2199" strike="noStrike" u="none">
                <a:solidFill>
                  <a:srgbClr val="E3E2DE"/>
                </a:solidFill>
                <a:latin typeface="Work Sans"/>
                <a:ea typeface="Work Sans"/>
                <a:cs typeface="Work Sans"/>
                <a:sym typeface="Work Sans"/>
              </a:rPr>
              <a:t>Sell the event ticket</a:t>
            </a:r>
          </a:p>
        </p:txBody>
      </p:sp>
      <p:sp>
        <p:nvSpPr>
          <p:cNvPr name="TextBox 14" id="14"/>
          <p:cNvSpPr txBox="true"/>
          <p:nvPr/>
        </p:nvSpPr>
        <p:spPr>
          <a:xfrm rot="0">
            <a:off x="10116557" y="4975343"/>
            <a:ext cx="2721844" cy="447675"/>
          </a:xfrm>
          <a:prstGeom prst="rect">
            <a:avLst/>
          </a:prstGeom>
        </p:spPr>
        <p:txBody>
          <a:bodyPr anchor="t" rtlCol="false" tIns="0" lIns="0" bIns="0" rIns="0">
            <a:spAutoFit/>
          </a:bodyPr>
          <a:lstStyle/>
          <a:p>
            <a:pPr algn="ctr" marL="0" indent="0" lvl="1">
              <a:lnSpc>
                <a:spcPts val="3300"/>
              </a:lnSpc>
              <a:spcBef>
                <a:spcPct val="0"/>
              </a:spcBef>
            </a:pPr>
            <a:r>
              <a:rPr lang="en-US" b="true" sz="3000">
                <a:solidFill>
                  <a:srgbClr val="E3E2DE"/>
                </a:solidFill>
                <a:latin typeface="Work Sans Bold"/>
                <a:ea typeface="Work Sans Bold"/>
                <a:cs typeface="Work Sans Bold"/>
                <a:sym typeface="Work Sans Bold"/>
              </a:rPr>
              <a:t>THIRD WEEK</a:t>
            </a:r>
          </a:p>
        </p:txBody>
      </p:sp>
      <p:grpSp>
        <p:nvGrpSpPr>
          <p:cNvPr name="Group 15" id="15"/>
          <p:cNvGrpSpPr/>
          <p:nvPr/>
        </p:nvGrpSpPr>
        <p:grpSpPr>
          <a:xfrm rot="0">
            <a:off x="9810165" y="4847172"/>
            <a:ext cx="3334628" cy="694492"/>
            <a:chOff x="0" y="0"/>
            <a:chExt cx="1951343" cy="406400"/>
          </a:xfrm>
        </p:grpSpPr>
        <p:sp>
          <p:nvSpPr>
            <p:cNvPr name="Freeform 16" id="16"/>
            <p:cNvSpPr/>
            <p:nvPr/>
          </p:nvSpPr>
          <p:spPr>
            <a:xfrm flipH="false" flipV="false" rot="0">
              <a:off x="0" y="0"/>
              <a:ext cx="1951343" cy="406400"/>
            </a:xfrm>
            <a:custGeom>
              <a:avLst/>
              <a:gdLst/>
              <a:ahLst/>
              <a:cxnLst/>
              <a:rect r="r" b="b" t="t" l="l"/>
              <a:pathLst>
                <a:path h="406400" w="1951343">
                  <a:moveTo>
                    <a:pt x="1748143" y="0"/>
                  </a:moveTo>
                  <a:cubicBezTo>
                    <a:pt x="1860368" y="0"/>
                    <a:pt x="1951343" y="90976"/>
                    <a:pt x="1951343" y="203200"/>
                  </a:cubicBezTo>
                  <a:cubicBezTo>
                    <a:pt x="1951343" y="315424"/>
                    <a:pt x="1860368" y="406400"/>
                    <a:pt x="1748143" y="406400"/>
                  </a:cubicBezTo>
                  <a:lnTo>
                    <a:pt x="203200" y="406400"/>
                  </a:lnTo>
                  <a:cubicBezTo>
                    <a:pt x="90976" y="406400"/>
                    <a:pt x="0" y="315424"/>
                    <a:pt x="0" y="203200"/>
                  </a:cubicBezTo>
                  <a:cubicBezTo>
                    <a:pt x="0" y="90976"/>
                    <a:pt x="90976" y="0"/>
                    <a:pt x="203200" y="0"/>
                  </a:cubicBezTo>
                  <a:close/>
                </a:path>
              </a:pathLst>
            </a:custGeom>
            <a:ln w="19050" cap="sq">
              <a:solidFill>
                <a:srgbClr val="E3E2DE"/>
              </a:solidFill>
              <a:prstDash val="solid"/>
              <a:miter/>
            </a:ln>
          </p:spPr>
        </p:sp>
        <p:sp>
          <p:nvSpPr>
            <p:cNvPr name="TextBox 17" id="17"/>
            <p:cNvSpPr txBox="true"/>
            <p:nvPr/>
          </p:nvSpPr>
          <p:spPr>
            <a:xfrm>
              <a:off x="0" y="38100"/>
              <a:ext cx="1951343" cy="368300"/>
            </a:xfrm>
            <a:prstGeom prst="rect">
              <a:avLst/>
            </a:prstGeom>
          </p:spPr>
          <p:txBody>
            <a:bodyPr anchor="ctr" rtlCol="false" tIns="53951" lIns="53951" bIns="53951" rIns="53951"/>
            <a:lstStyle/>
            <a:p>
              <a:pPr algn="ctr" marL="0" indent="0" lvl="0">
                <a:lnSpc>
                  <a:spcPts val="3000"/>
                </a:lnSpc>
                <a:spcBef>
                  <a:spcPct val="0"/>
                </a:spcBef>
              </a:pPr>
            </a:p>
          </p:txBody>
        </p:sp>
      </p:grpSp>
      <p:sp>
        <p:nvSpPr>
          <p:cNvPr name="TextBox 18" id="18"/>
          <p:cNvSpPr txBox="true"/>
          <p:nvPr/>
        </p:nvSpPr>
        <p:spPr>
          <a:xfrm rot="0">
            <a:off x="15091427" y="8630285"/>
            <a:ext cx="2106019" cy="628015"/>
          </a:xfrm>
          <a:prstGeom prst="rect">
            <a:avLst/>
          </a:prstGeom>
        </p:spPr>
        <p:txBody>
          <a:bodyPr anchor="t" rtlCol="false" tIns="0" lIns="0" bIns="0" rIns="0">
            <a:spAutoFit/>
          </a:bodyPr>
          <a:lstStyle/>
          <a:p>
            <a:pPr algn="ctr" marL="0" indent="0" lvl="1">
              <a:lnSpc>
                <a:spcPts val="2419"/>
              </a:lnSpc>
              <a:spcBef>
                <a:spcPct val="0"/>
              </a:spcBef>
            </a:pPr>
            <a:r>
              <a:rPr lang="en-US" sz="2199">
                <a:solidFill>
                  <a:srgbClr val="E3E2DE"/>
                </a:solidFill>
                <a:latin typeface="Work Sans"/>
                <a:ea typeface="Work Sans"/>
                <a:cs typeface="Work Sans"/>
                <a:sym typeface="Work Sans"/>
              </a:rPr>
              <a:t>Get ready for the event</a:t>
            </a:r>
          </a:p>
        </p:txBody>
      </p:sp>
      <p:sp>
        <p:nvSpPr>
          <p:cNvPr name="TextBox 19" id="19"/>
          <p:cNvSpPr txBox="true"/>
          <p:nvPr/>
        </p:nvSpPr>
        <p:spPr>
          <a:xfrm rot="0">
            <a:off x="14608230" y="7816197"/>
            <a:ext cx="3072412" cy="447675"/>
          </a:xfrm>
          <a:prstGeom prst="rect">
            <a:avLst/>
          </a:prstGeom>
        </p:spPr>
        <p:txBody>
          <a:bodyPr anchor="t" rtlCol="false" tIns="0" lIns="0" bIns="0" rIns="0">
            <a:spAutoFit/>
          </a:bodyPr>
          <a:lstStyle/>
          <a:p>
            <a:pPr algn="ctr" marL="0" indent="0" lvl="1">
              <a:lnSpc>
                <a:spcPts val="3300"/>
              </a:lnSpc>
              <a:spcBef>
                <a:spcPct val="0"/>
              </a:spcBef>
            </a:pPr>
            <a:r>
              <a:rPr lang="en-US" b="true" sz="3000">
                <a:solidFill>
                  <a:srgbClr val="E3E2DE"/>
                </a:solidFill>
                <a:latin typeface="Work Sans Bold"/>
                <a:ea typeface="Work Sans Bold"/>
                <a:cs typeface="Work Sans Bold"/>
                <a:sym typeface="Work Sans Bold"/>
              </a:rPr>
              <a:t>FOURTH WEEK</a:t>
            </a:r>
          </a:p>
        </p:txBody>
      </p:sp>
      <p:grpSp>
        <p:nvGrpSpPr>
          <p:cNvPr name="Group 20" id="20"/>
          <p:cNvGrpSpPr/>
          <p:nvPr/>
        </p:nvGrpSpPr>
        <p:grpSpPr>
          <a:xfrm rot="0">
            <a:off x="14477122" y="7688026"/>
            <a:ext cx="3334628" cy="694492"/>
            <a:chOff x="0" y="0"/>
            <a:chExt cx="1951343" cy="406400"/>
          </a:xfrm>
        </p:grpSpPr>
        <p:sp>
          <p:nvSpPr>
            <p:cNvPr name="Freeform 21" id="21"/>
            <p:cNvSpPr/>
            <p:nvPr/>
          </p:nvSpPr>
          <p:spPr>
            <a:xfrm flipH="false" flipV="false" rot="0">
              <a:off x="0" y="0"/>
              <a:ext cx="1951343" cy="406400"/>
            </a:xfrm>
            <a:custGeom>
              <a:avLst/>
              <a:gdLst/>
              <a:ahLst/>
              <a:cxnLst/>
              <a:rect r="r" b="b" t="t" l="l"/>
              <a:pathLst>
                <a:path h="406400" w="1951343">
                  <a:moveTo>
                    <a:pt x="1748143" y="0"/>
                  </a:moveTo>
                  <a:cubicBezTo>
                    <a:pt x="1860368" y="0"/>
                    <a:pt x="1951343" y="90976"/>
                    <a:pt x="1951343" y="203200"/>
                  </a:cubicBezTo>
                  <a:cubicBezTo>
                    <a:pt x="1951343" y="315424"/>
                    <a:pt x="1860368" y="406400"/>
                    <a:pt x="1748143" y="406400"/>
                  </a:cubicBezTo>
                  <a:lnTo>
                    <a:pt x="203200" y="406400"/>
                  </a:lnTo>
                  <a:cubicBezTo>
                    <a:pt x="90976" y="406400"/>
                    <a:pt x="0" y="315424"/>
                    <a:pt x="0" y="203200"/>
                  </a:cubicBezTo>
                  <a:cubicBezTo>
                    <a:pt x="0" y="90976"/>
                    <a:pt x="90976" y="0"/>
                    <a:pt x="203200" y="0"/>
                  </a:cubicBezTo>
                  <a:close/>
                </a:path>
              </a:pathLst>
            </a:custGeom>
            <a:ln w="19050" cap="sq">
              <a:solidFill>
                <a:srgbClr val="E3E2DE"/>
              </a:solidFill>
              <a:prstDash val="solid"/>
              <a:miter/>
            </a:ln>
          </p:spPr>
        </p:sp>
        <p:sp>
          <p:nvSpPr>
            <p:cNvPr name="TextBox 22" id="22"/>
            <p:cNvSpPr txBox="true"/>
            <p:nvPr/>
          </p:nvSpPr>
          <p:spPr>
            <a:xfrm>
              <a:off x="0" y="38100"/>
              <a:ext cx="1951343" cy="368300"/>
            </a:xfrm>
            <a:prstGeom prst="rect">
              <a:avLst/>
            </a:prstGeom>
          </p:spPr>
          <p:txBody>
            <a:bodyPr anchor="ctr" rtlCol="false" tIns="53951" lIns="53951" bIns="53951" rIns="53951"/>
            <a:lstStyle/>
            <a:p>
              <a:pPr algn="ctr" marL="0" indent="0" lvl="0">
                <a:lnSpc>
                  <a:spcPts val="3000"/>
                </a:lnSpc>
                <a:spcBef>
                  <a:spcPct val="0"/>
                </a:spcBef>
              </a:pPr>
            </a:p>
          </p:txBody>
        </p:sp>
      </p:grpSp>
      <p:sp>
        <p:nvSpPr>
          <p:cNvPr name="AutoShape 23" id="23"/>
          <p:cNvSpPr/>
          <p:nvPr/>
        </p:nvSpPr>
        <p:spPr>
          <a:xfrm>
            <a:off x="3810878" y="5194418"/>
            <a:ext cx="1332330" cy="2840854"/>
          </a:xfrm>
          <a:prstGeom prst="line">
            <a:avLst/>
          </a:prstGeom>
          <a:ln cap="flat" w="19050">
            <a:solidFill>
              <a:srgbClr val="E3E2DE"/>
            </a:solidFill>
            <a:prstDash val="solid"/>
            <a:headEnd type="none" len="sm" w="sm"/>
            <a:tailEnd type="none" len="sm" w="sm"/>
          </a:ln>
        </p:spPr>
      </p:sp>
      <p:sp>
        <p:nvSpPr>
          <p:cNvPr name="AutoShape 24" id="24"/>
          <p:cNvSpPr/>
          <p:nvPr/>
        </p:nvSpPr>
        <p:spPr>
          <a:xfrm flipH="true">
            <a:off x="8477835" y="5194418"/>
            <a:ext cx="1332330" cy="2840854"/>
          </a:xfrm>
          <a:prstGeom prst="line">
            <a:avLst/>
          </a:prstGeom>
          <a:ln cap="flat" w="19050">
            <a:solidFill>
              <a:srgbClr val="E3E2DE"/>
            </a:solidFill>
            <a:prstDash val="solid"/>
            <a:headEnd type="none" len="sm" w="sm"/>
            <a:tailEnd type="none" len="sm" w="sm"/>
          </a:ln>
        </p:spPr>
      </p:sp>
      <p:sp>
        <p:nvSpPr>
          <p:cNvPr name="AutoShape 25" id="25"/>
          <p:cNvSpPr/>
          <p:nvPr/>
        </p:nvSpPr>
        <p:spPr>
          <a:xfrm>
            <a:off x="13144793" y="5194418"/>
            <a:ext cx="1332330" cy="2840854"/>
          </a:xfrm>
          <a:prstGeom prst="line">
            <a:avLst/>
          </a:prstGeom>
          <a:ln cap="flat" w="19050">
            <a:solidFill>
              <a:srgbClr val="E3E2DE"/>
            </a:solidFill>
            <a:prstDash val="solid"/>
            <a:headEnd type="none" len="sm" w="sm"/>
            <a:tailEnd type="none" len="sm" w="sm"/>
          </a:ln>
        </p:spPr>
      </p:sp>
      <p:grpSp>
        <p:nvGrpSpPr>
          <p:cNvPr name="Group 26" id="26"/>
          <p:cNvGrpSpPr/>
          <p:nvPr/>
        </p:nvGrpSpPr>
        <p:grpSpPr>
          <a:xfrm rot="5400000">
            <a:off x="17045625" y="262575"/>
            <a:ext cx="552450" cy="979799"/>
            <a:chOff x="0" y="0"/>
            <a:chExt cx="189122" cy="335417"/>
          </a:xfrm>
        </p:grpSpPr>
        <p:sp>
          <p:nvSpPr>
            <p:cNvPr name="Freeform 27" id="27"/>
            <p:cNvSpPr/>
            <p:nvPr/>
          </p:nvSpPr>
          <p:spPr>
            <a:xfrm flipH="false" flipV="false" rot="0">
              <a:off x="0" y="0"/>
              <a:ext cx="189122" cy="335417"/>
            </a:xfrm>
            <a:custGeom>
              <a:avLst/>
              <a:gdLst/>
              <a:ahLst/>
              <a:cxnLst/>
              <a:rect r="r" b="b" t="t" l="l"/>
              <a:pathLst>
                <a:path h="335417" w="189122">
                  <a:moveTo>
                    <a:pt x="94561" y="0"/>
                  </a:moveTo>
                  <a:lnTo>
                    <a:pt x="94561" y="0"/>
                  </a:lnTo>
                  <a:cubicBezTo>
                    <a:pt x="146785" y="0"/>
                    <a:pt x="189122" y="42336"/>
                    <a:pt x="189122" y="94561"/>
                  </a:cubicBezTo>
                  <a:lnTo>
                    <a:pt x="189122" y="240856"/>
                  </a:lnTo>
                  <a:cubicBezTo>
                    <a:pt x="189122" y="265936"/>
                    <a:pt x="179159" y="289988"/>
                    <a:pt x="161425" y="307721"/>
                  </a:cubicBezTo>
                  <a:cubicBezTo>
                    <a:pt x="143692" y="325455"/>
                    <a:pt x="119640" y="335417"/>
                    <a:pt x="94561" y="335417"/>
                  </a:cubicBezTo>
                  <a:lnTo>
                    <a:pt x="94561" y="335417"/>
                  </a:lnTo>
                  <a:cubicBezTo>
                    <a:pt x="42336" y="335417"/>
                    <a:pt x="0" y="293081"/>
                    <a:pt x="0" y="240856"/>
                  </a:cubicBezTo>
                  <a:lnTo>
                    <a:pt x="0" y="94561"/>
                  </a:lnTo>
                  <a:cubicBezTo>
                    <a:pt x="0" y="69482"/>
                    <a:pt x="9963" y="45430"/>
                    <a:pt x="27696" y="27696"/>
                  </a:cubicBezTo>
                  <a:cubicBezTo>
                    <a:pt x="45430" y="9963"/>
                    <a:pt x="69482" y="0"/>
                    <a:pt x="94561" y="0"/>
                  </a:cubicBezTo>
                  <a:close/>
                </a:path>
              </a:pathLst>
            </a:custGeom>
            <a:ln w="9525" cap="rnd">
              <a:solidFill>
                <a:srgbClr val="E3E2DE"/>
              </a:solidFill>
              <a:prstDash val="solid"/>
              <a:round/>
            </a:ln>
          </p:spPr>
        </p:sp>
        <p:sp>
          <p:nvSpPr>
            <p:cNvPr name="TextBox 28" id="28"/>
            <p:cNvSpPr txBox="true"/>
            <p:nvPr/>
          </p:nvSpPr>
          <p:spPr>
            <a:xfrm>
              <a:off x="0" y="-9525"/>
              <a:ext cx="189122" cy="344942"/>
            </a:xfrm>
            <a:prstGeom prst="rect">
              <a:avLst/>
            </a:prstGeom>
          </p:spPr>
          <p:txBody>
            <a:bodyPr anchor="ctr" rtlCol="false" tIns="50800" lIns="50800" bIns="50800" rIns="50800"/>
            <a:lstStyle/>
            <a:p>
              <a:pPr algn="ctr">
                <a:lnSpc>
                  <a:spcPts val="3049"/>
                </a:lnSpc>
              </a:pPr>
            </a:p>
          </p:txBody>
        </p:sp>
      </p:grpSp>
      <p:sp>
        <p:nvSpPr>
          <p:cNvPr name="TextBox 29" id="29"/>
          <p:cNvSpPr txBox="true"/>
          <p:nvPr/>
        </p:nvSpPr>
        <p:spPr>
          <a:xfrm rot="0">
            <a:off x="16831951" y="633413"/>
            <a:ext cx="979799" cy="304800"/>
          </a:xfrm>
          <a:prstGeom prst="rect">
            <a:avLst/>
          </a:prstGeom>
        </p:spPr>
        <p:txBody>
          <a:bodyPr anchor="t" rtlCol="false" tIns="0" lIns="0" bIns="0" rIns="0">
            <a:spAutoFit/>
          </a:bodyPr>
          <a:lstStyle/>
          <a:p>
            <a:pPr algn="ctr" marL="0" indent="0" lvl="0">
              <a:lnSpc>
                <a:spcPts val="2249"/>
              </a:lnSpc>
              <a:spcBef>
                <a:spcPct val="0"/>
              </a:spcBef>
            </a:pPr>
            <a:r>
              <a:rPr lang="en-US" b="true" sz="2499">
                <a:solidFill>
                  <a:srgbClr val="E3E2DE"/>
                </a:solidFill>
                <a:latin typeface="Work Sans Bold"/>
                <a:ea typeface="Work Sans Bold"/>
                <a:cs typeface="Work Sans Bold"/>
                <a:sym typeface="Work Sans Bold"/>
              </a:rPr>
              <a:t>07</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3E2DE"/>
        </a:solidFill>
      </p:bgPr>
    </p:bg>
    <p:spTree>
      <p:nvGrpSpPr>
        <p:cNvPr id="1" name=""/>
        <p:cNvGrpSpPr/>
        <p:nvPr/>
      </p:nvGrpSpPr>
      <p:grpSpPr>
        <a:xfrm>
          <a:off x="0" y="0"/>
          <a:ext cx="0" cy="0"/>
          <a:chOff x="0" y="0"/>
          <a:chExt cx="0" cy="0"/>
        </a:xfrm>
      </p:grpSpPr>
      <p:grpSp>
        <p:nvGrpSpPr>
          <p:cNvPr name="Group 2" id="2"/>
          <p:cNvGrpSpPr/>
          <p:nvPr/>
        </p:nvGrpSpPr>
        <p:grpSpPr>
          <a:xfrm rot="5400000">
            <a:off x="16446933" y="-19514"/>
            <a:ext cx="869053" cy="1860582"/>
            <a:chOff x="0" y="0"/>
            <a:chExt cx="228886" cy="490030"/>
          </a:xfrm>
        </p:grpSpPr>
        <p:sp>
          <p:nvSpPr>
            <p:cNvPr name="Freeform 3" id="3"/>
            <p:cNvSpPr/>
            <p:nvPr/>
          </p:nvSpPr>
          <p:spPr>
            <a:xfrm flipH="false" flipV="false" rot="0">
              <a:off x="0" y="0"/>
              <a:ext cx="228886" cy="490030"/>
            </a:xfrm>
            <a:custGeom>
              <a:avLst/>
              <a:gdLst/>
              <a:ahLst/>
              <a:cxnLst/>
              <a:rect r="r" b="b" t="t" l="l"/>
              <a:pathLst>
                <a:path h="490030" w="228886">
                  <a:moveTo>
                    <a:pt x="114443" y="0"/>
                  </a:moveTo>
                  <a:lnTo>
                    <a:pt x="114443" y="0"/>
                  </a:lnTo>
                  <a:cubicBezTo>
                    <a:pt x="144795" y="0"/>
                    <a:pt x="173904" y="12057"/>
                    <a:pt x="195367" y="33520"/>
                  </a:cubicBezTo>
                  <a:cubicBezTo>
                    <a:pt x="216829" y="54982"/>
                    <a:pt x="228886" y="84091"/>
                    <a:pt x="228886" y="114443"/>
                  </a:cubicBezTo>
                  <a:lnTo>
                    <a:pt x="228886" y="375587"/>
                  </a:lnTo>
                  <a:cubicBezTo>
                    <a:pt x="228886" y="405939"/>
                    <a:pt x="216829" y="435048"/>
                    <a:pt x="195367" y="456510"/>
                  </a:cubicBezTo>
                  <a:cubicBezTo>
                    <a:pt x="173904" y="477972"/>
                    <a:pt x="144795" y="490030"/>
                    <a:pt x="114443" y="490030"/>
                  </a:cubicBezTo>
                  <a:lnTo>
                    <a:pt x="114443" y="490030"/>
                  </a:lnTo>
                  <a:cubicBezTo>
                    <a:pt x="84091" y="490030"/>
                    <a:pt x="54982" y="477972"/>
                    <a:pt x="33520" y="456510"/>
                  </a:cubicBezTo>
                  <a:cubicBezTo>
                    <a:pt x="12057" y="435048"/>
                    <a:pt x="0" y="405939"/>
                    <a:pt x="0" y="375587"/>
                  </a:cubicBezTo>
                  <a:lnTo>
                    <a:pt x="0" y="114443"/>
                  </a:lnTo>
                  <a:cubicBezTo>
                    <a:pt x="0" y="84091"/>
                    <a:pt x="12057" y="54982"/>
                    <a:pt x="33520" y="33520"/>
                  </a:cubicBezTo>
                  <a:cubicBezTo>
                    <a:pt x="54982" y="12057"/>
                    <a:pt x="84091" y="0"/>
                    <a:pt x="114443" y="0"/>
                  </a:cubicBezTo>
                  <a:close/>
                </a:path>
              </a:pathLst>
            </a:custGeom>
            <a:ln w="9525" cap="rnd">
              <a:solidFill>
                <a:srgbClr val="1351AA"/>
              </a:solidFill>
              <a:prstDash val="solid"/>
              <a:round/>
            </a:ln>
          </p:spPr>
        </p:sp>
        <p:sp>
          <p:nvSpPr>
            <p:cNvPr name="TextBox 4" id="4"/>
            <p:cNvSpPr txBox="true"/>
            <p:nvPr/>
          </p:nvSpPr>
          <p:spPr>
            <a:xfrm>
              <a:off x="0" y="-9525"/>
              <a:ext cx="228886" cy="499555"/>
            </a:xfrm>
            <a:prstGeom prst="rect">
              <a:avLst/>
            </a:prstGeom>
          </p:spPr>
          <p:txBody>
            <a:bodyPr anchor="ctr" rtlCol="false" tIns="50800" lIns="50800" bIns="50800" rIns="50800"/>
            <a:lstStyle/>
            <a:p>
              <a:pPr algn="ctr">
                <a:lnSpc>
                  <a:spcPts val="3049"/>
                </a:lnSpc>
              </a:pPr>
            </a:p>
          </p:txBody>
        </p:sp>
      </p:grpSp>
      <p:sp>
        <p:nvSpPr>
          <p:cNvPr name="TextBox 5" id="5"/>
          <p:cNvSpPr txBox="true"/>
          <p:nvPr/>
        </p:nvSpPr>
        <p:spPr>
          <a:xfrm rot="0">
            <a:off x="16244690" y="748851"/>
            <a:ext cx="1273538" cy="390525"/>
          </a:xfrm>
          <a:prstGeom prst="rect">
            <a:avLst/>
          </a:prstGeom>
        </p:spPr>
        <p:txBody>
          <a:bodyPr anchor="t" rtlCol="false" tIns="0" lIns="0" bIns="0" rIns="0">
            <a:spAutoFit/>
          </a:bodyPr>
          <a:lstStyle/>
          <a:p>
            <a:pPr algn="ctr" marL="0" indent="0" lvl="0">
              <a:lnSpc>
                <a:spcPts val="2700"/>
              </a:lnSpc>
              <a:spcBef>
                <a:spcPct val="0"/>
              </a:spcBef>
            </a:pPr>
            <a:r>
              <a:rPr lang="en-US" b="true" sz="3000">
                <a:solidFill>
                  <a:srgbClr val="1351AA"/>
                </a:solidFill>
                <a:latin typeface="Work Sans Bold"/>
                <a:ea typeface="Work Sans Bold"/>
                <a:cs typeface="Work Sans Bold"/>
                <a:sym typeface="Work Sans Bold"/>
              </a:rPr>
              <a:t>2025</a:t>
            </a:r>
          </a:p>
        </p:txBody>
      </p:sp>
      <p:sp>
        <p:nvSpPr>
          <p:cNvPr name="TextBox 6" id="6"/>
          <p:cNvSpPr txBox="true"/>
          <p:nvPr/>
        </p:nvSpPr>
        <p:spPr>
          <a:xfrm rot="0">
            <a:off x="476250" y="452993"/>
            <a:ext cx="14570444" cy="2606674"/>
          </a:xfrm>
          <a:prstGeom prst="rect">
            <a:avLst/>
          </a:prstGeom>
        </p:spPr>
        <p:txBody>
          <a:bodyPr anchor="t" rtlCol="false" tIns="0" lIns="0" bIns="0" rIns="0">
            <a:spAutoFit/>
          </a:bodyPr>
          <a:lstStyle/>
          <a:p>
            <a:pPr algn="l">
              <a:lnSpc>
                <a:spcPts val="9999"/>
              </a:lnSpc>
            </a:pPr>
            <a:r>
              <a:rPr lang="en-US" sz="9999" spc="-549" b="true">
                <a:solidFill>
                  <a:srgbClr val="1351AA"/>
                </a:solidFill>
                <a:latin typeface="Aileron Heavy"/>
                <a:ea typeface="Aileron Heavy"/>
                <a:cs typeface="Aileron Heavy"/>
                <a:sym typeface="Aileron Heavy"/>
              </a:rPr>
              <a:t>Let’s Make an Ama﻿zing Event Together!</a:t>
            </a:r>
          </a:p>
        </p:txBody>
      </p:sp>
      <p:grpSp>
        <p:nvGrpSpPr>
          <p:cNvPr name="Group 7" id="7"/>
          <p:cNvGrpSpPr/>
          <p:nvPr/>
        </p:nvGrpSpPr>
        <p:grpSpPr>
          <a:xfrm rot="0">
            <a:off x="476250" y="8029075"/>
            <a:ext cx="3068708" cy="780468"/>
            <a:chOff x="0" y="0"/>
            <a:chExt cx="1597918" cy="406400"/>
          </a:xfrm>
        </p:grpSpPr>
        <p:sp>
          <p:nvSpPr>
            <p:cNvPr name="Freeform 8" id="8"/>
            <p:cNvSpPr/>
            <p:nvPr/>
          </p:nvSpPr>
          <p:spPr>
            <a:xfrm flipH="false" flipV="false" rot="0">
              <a:off x="0" y="0"/>
              <a:ext cx="1597918" cy="406400"/>
            </a:xfrm>
            <a:custGeom>
              <a:avLst/>
              <a:gdLst/>
              <a:ahLst/>
              <a:cxnLst/>
              <a:rect r="r" b="b" t="t" l="l"/>
              <a:pathLst>
                <a:path h="406400" w="1597918">
                  <a:moveTo>
                    <a:pt x="1394718" y="0"/>
                  </a:moveTo>
                  <a:cubicBezTo>
                    <a:pt x="1506942" y="0"/>
                    <a:pt x="1597918" y="90976"/>
                    <a:pt x="1597918" y="203200"/>
                  </a:cubicBezTo>
                  <a:cubicBezTo>
                    <a:pt x="1597918" y="315424"/>
                    <a:pt x="1506942" y="406400"/>
                    <a:pt x="1394718" y="406400"/>
                  </a:cubicBezTo>
                  <a:lnTo>
                    <a:pt x="203200" y="406400"/>
                  </a:lnTo>
                  <a:cubicBezTo>
                    <a:pt x="90976" y="406400"/>
                    <a:pt x="0" y="315424"/>
                    <a:pt x="0" y="203200"/>
                  </a:cubicBezTo>
                  <a:cubicBezTo>
                    <a:pt x="0" y="90976"/>
                    <a:pt x="90976" y="0"/>
                    <a:pt x="203200" y="0"/>
                  </a:cubicBezTo>
                  <a:close/>
                </a:path>
              </a:pathLst>
            </a:custGeom>
            <a:ln w="19050" cap="sq">
              <a:solidFill>
                <a:srgbClr val="1351AA"/>
              </a:solidFill>
              <a:prstDash val="solid"/>
              <a:miter/>
            </a:ln>
          </p:spPr>
        </p:sp>
        <p:sp>
          <p:nvSpPr>
            <p:cNvPr name="TextBox 9" id="9"/>
            <p:cNvSpPr txBox="true"/>
            <p:nvPr/>
          </p:nvSpPr>
          <p:spPr>
            <a:xfrm>
              <a:off x="0" y="38100"/>
              <a:ext cx="1597918" cy="368300"/>
            </a:xfrm>
            <a:prstGeom prst="rect">
              <a:avLst/>
            </a:prstGeom>
          </p:spPr>
          <p:txBody>
            <a:bodyPr anchor="ctr" rtlCol="false" tIns="50800" lIns="50800" bIns="50800" rIns="50800"/>
            <a:lstStyle/>
            <a:p>
              <a:pPr algn="ctr" marL="0" indent="0" lvl="1">
                <a:lnSpc>
                  <a:spcPts val="2199"/>
                </a:lnSpc>
                <a:spcBef>
                  <a:spcPct val="0"/>
                </a:spcBef>
              </a:pPr>
              <a:r>
                <a:rPr lang="en-US" sz="2199" strike="noStrike" u="none">
                  <a:solidFill>
                    <a:srgbClr val="1351AA"/>
                  </a:solidFill>
                  <a:latin typeface="Work Sans"/>
                  <a:ea typeface="Work Sans"/>
                  <a:cs typeface="Work Sans"/>
                  <a:sym typeface="Work Sans"/>
                </a:rPr>
                <a:t>@reallygreatsite</a:t>
              </a:r>
            </a:p>
          </p:txBody>
        </p:sp>
      </p:grpSp>
      <p:grpSp>
        <p:nvGrpSpPr>
          <p:cNvPr name="Group 10" id="10"/>
          <p:cNvGrpSpPr/>
          <p:nvPr/>
        </p:nvGrpSpPr>
        <p:grpSpPr>
          <a:xfrm rot="0">
            <a:off x="476250" y="9030282"/>
            <a:ext cx="4289619" cy="780468"/>
            <a:chOff x="0" y="0"/>
            <a:chExt cx="2233662" cy="406400"/>
          </a:xfrm>
        </p:grpSpPr>
        <p:sp>
          <p:nvSpPr>
            <p:cNvPr name="Freeform 11" id="11"/>
            <p:cNvSpPr/>
            <p:nvPr/>
          </p:nvSpPr>
          <p:spPr>
            <a:xfrm flipH="false" flipV="false" rot="0">
              <a:off x="0" y="0"/>
              <a:ext cx="2233662" cy="406400"/>
            </a:xfrm>
            <a:custGeom>
              <a:avLst/>
              <a:gdLst/>
              <a:ahLst/>
              <a:cxnLst/>
              <a:rect r="r" b="b" t="t" l="l"/>
              <a:pathLst>
                <a:path h="406400" w="2233662">
                  <a:moveTo>
                    <a:pt x="2030462" y="0"/>
                  </a:moveTo>
                  <a:cubicBezTo>
                    <a:pt x="2142687" y="0"/>
                    <a:pt x="2233662" y="90976"/>
                    <a:pt x="2233662" y="203200"/>
                  </a:cubicBezTo>
                  <a:cubicBezTo>
                    <a:pt x="2233662" y="315424"/>
                    <a:pt x="2142687" y="406400"/>
                    <a:pt x="2030462" y="406400"/>
                  </a:cubicBezTo>
                  <a:lnTo>
                    <a:pt x="203200" y="406400"/>
                  </a:lnTo>
                  <a:cubicBezTo>
                    <a:pt x="90976" y="406400"/>
                    <a:pt x="0" y="315424"/>
                    <a:pt x="0" y="203200"/>
                  </a:cubicBezTo>
                  <a:cubicBezTo>
                    <a:pt x="0" y="90976"/>
                    <a:pt x="90976" y="0"/>
                    <a:pt x="203200" y="0"/>
                  </a:cubicBezTo>
                  <a:close/>
                </a:path>
              </a:pathLst>
            </a:custGeom>
            <a:ln w="19050" cap="sq">
              <a:solidFill>
                <a:srgbClr val="1351AA"/>
              </a:solidFill>
              <a:prstDash val="solid"/>
              <a:miter/>
            </a:ln>
          </p:spPr>
        </p:sp>
        <p:sp>
          <p:nvSpPr>
            <p:cNvPr name="TextBox 12" id="12"/>
            <p:cNvSpPr txBox="true"/>
            <p:nvPr/>
          </p:nvSpPr>
          <p:spPr>
            <a:xfrm>
              <a:off x="0" y="38100"/>
              <a:ext cx="2233662" cy="368300"/>
            </a:xfrm>
            <a:prstGeom prst="rect">
              <a:avLst/>
            </a:prstGeom>
          </p:spPr>
          <p:txBody>
            <a:bodyPr anchor="ctr" rtlCol="false" tIns="50800" lIns="50800" bIns="50800" rIns="50800"/>
            <a:lstStyle/>
            <a:p>
              <a:pPr algn="ctr" marL="0" indent="0" lvl="1">
                <a:lnSpc>
                  <a:spcPts val="2199"/>
                </a:lnSpc>
                <a:spcBef>
                  <a:spcPct val="0"/>
                </a:spcBef>
              </a:pPr>
              <a:r>
                <a:rPr lang="en-US" sz="2199">
                  <a:solidFill>
                    <a:srgbClr val="1351AA"/>
                  </a:solidFill>
                  <a:latin typeface="Work Sans"/>
                  <a:ea typeface="Work Sans"/>
                  <a:cs typeface="Work Sans"/>
                  <a:sym typeface="Work Sans"/>
                </a:rPr>
                <a:t>www.reallygreatsite.com</a:t>
              </a:r>
            </a:p>
          </p:txBody>
        </p:sp>
      </p:grpSp>
      <p:grpSp>
        <p:nvGrpSpPr>
          <p:cNvPr name="Group 13" id="13"/>
          <p:cNvGrpSpPr/>
          <p:nvPr/>
        </p:nvGrpSpPr>
        <p:grpSpPr>
          <a:xfrm rot="0">
            <a:off x="12166102" y="4133091"/>
            <a:ext cx="5645648" cy="5677659"/>
            <a:chOff x="0" y="0"/>
            <a:chExt cx="13638667" cy="13716000"/>
          </a:xfrm>
        </p:grpSpPr>
        <p:sp>
          <p:nvSpPr>
            <p:cNvPr name="Freeform 14" id="14"/>
            <p:cNvSpPr/>
            <p:nvPr/>
          </p:nvSpPr>
          <p:spPr>
            <a:xfrm flipH="false" flipV="false" rot="0">
              <a:off x="0" y="0"/>
              <a:ext cx="13638667" cy="13716000"/>
            </a:xfrm>
            <a:custGeom>
              <a:avLst/>
              <a:gdLst/>
              <a:ahLst/>
              <a:cxnLst/>
              <a:rect r="r" b="b" t="t" l="l"/>
              <a:pathLst>
                <a:path h="13716000" w="13638667">
                  <a:moveTo>
                    <a:pt x="6819327" y="0"/>
                  </a:moveTo>
                  <a:lnTo>
                    <a:pt x="6819341" y="0"/>
                  </a:lnTo>
                  <a:cubicBezTo>
                    <a:pt x="10585552" y="1"/>
                    <a:pt x="13638667" y="3070429"/>
                    <a:pt x="13638667" y="6857994"/>
                  </a:cubicBezTo>
                  <a:lnTo>
                    <a:pt x="13638667" y="13716000"/>
                  </a:lnTo>
                  <a:lnTo>
                    <a:pt x="0" y="13716000"/>
                  </a:lnTo>
                  <a:lnTo>
                    <a:pt x="0" y="6857994"/>
                  </a:lnTo>
                  <a:cubicBezTo>
                    <a:pt x="0" y="3070428"/>
                    <a:pt x="3053117" y="0"/>
                    <a:pt x="6819327" y="0"/>
                  </a:cubicBezTo>
                  <a:close/>
                </a:path>
              </a:pathLst>
            </a:custGeom>
            <a:blipFill>
              <a:blip r:embed="rId2"/>
              <a:stretch>
                <a:fillRect l="0" t="-24577" r="0" b="-24577"/>
              </a:stretch>
            </a:blipFill>
          </p:spPr>
        </p:sp>
      </p:grpSp>
      <p:grpSp>
        <p:nvGrpSpPr>
          <p:cNvPr name="Group 15" id="15"/>
          <p:cNvGrpSpPr/>
          <p:nvPr/>
        </p:nvGrpSpPr>
        <p:grpSpPr>
          <a:xfrm rot="0">
            <a:off x="6314639" y="4133091"/>
            <a:ext cx="5645648" cy="5677659"/>
            <a:chOff x="0" y="0"/>
            <a:chExt cx="13638667" cy="13716000"/>
          </a:xfrm>
        </p:grpSpPr>
        <p:sp>
          <p:nvSpPr>
            <p:cNvPr name="Freeform 16" id="16"/>
            <p:cNvSpPr/>
            <p:nvPr/>
          </p:nvSpPr>
          <p:spPr>
            <a:xfrm flipH="false" flipV="false" rot="0">
              <a:off x="0" y="0"/>
              <a:ext cx="13638667" cy="13716000"/>
            </a:xfrm>
            <a:custGeom>
              <a:avLst/>
              <a:gdLst/>
              <a:ahLst/>
              <a:cxnLst/>
              <a:rect r="r" b="b" t="t" l="l"/>
              <a:pathLst>
                <a:path h="13716000" w="13638667">
                  <a:moveTo>
                    <a:pt x="6819327" y="0"/>
                  </a:moveTo>
                  <a:lnTo>
                    <a:pt x="6819341" y="0"/>
                  </a:lnTo>
                  <a:cubicBezTo>
                    <a:pt x="10585552" y="1"/>
                    <a:pt x="13638667" y="3070429"/>
                    <a:pt x="13638667" y="6857994"/>
                  </a:cubicBezTo>
                  <a:lnTo>
                    <a:pt x="13638667" y="13716000"/>
                  </a:lnTo>
                  <a:lnTo>
                    <a:pt x="0" y="13716000"/>
                  </a:lnTo>
                  <a:lnTo>
                    <a:pt x="0" y="6857994"/>
                  </a:lnTo>
                  <a:cubicBezTo>
                    <a:pt x="0" y="3070428"/>
                    <a:pt x="3053117" y="0"/>
                    <a:pt x="6819327" y="0"/>
                  </a:cubicBezTo>
                  <a:close/>
                </a:path>
              </a:pathLst>
            </a:custGeom>
            <a:blipFill>
              <a:blip r:embed="rId3"/>
              <a:stretch>
                <a:fillRect l="-25425" t="0" r="-25425"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DAHS7-fbSts</dc:identifier>
  <dcterms:modified xsi:type="dcterms:W3CDTF">2011-08-01T06:04:30Z</dcterms:modified>
  <cp:revision>1</cp:revision>
  <dc:title>Grey Bold Minimalist Project Proposal Presentation</dc:title>
</cp:coreProperties>
</file>