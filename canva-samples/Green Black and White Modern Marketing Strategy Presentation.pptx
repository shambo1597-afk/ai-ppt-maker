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eue Montreal Medium" charset="1" panose="00000400000000000000"/>
      <p:regular r:id="rId18"/>
    </p:embeddedFont>
    <p:embeddedFont>
      <p:font typeface="Neue Montreal" charset="1" panose="00000400000000000000"/>
      <p:regular r:id="rId19"/>
    </p:embeddedFont>
    <p:embeddedFont>
      <p:font typeface="Neue Montreal Bold" charset="1" panose="00000400000000000000"/>
      <p:regular r:id="rId20"/>
    </p:embeddedFont>
    <p:embeddedFont>
      <p:font typeface="Neue Montreal Bold Italics" charset="1" panose="000004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svg" Type="http://schemas.openxmlformats.org/officeDocument/2006/relationships/image"/><Relationship Id="rId12" Target="../media/image14.png" Type="http://schemas.openxmlformats.org/officeDocument/2006/relationships/image"/><Relationship Id="rId13" Target="../media/image15.svg" Type="http://schemas.openxmlformats.org/officeDocument/2006/relationships/image"/><Relationship Id="rId14" Target="../media/image16.png" Type="http://schemas.openxmlformats.org/officeDocument/2006/relationships/image"/><Relationship Id="rId15" Target="../media/image17.svg" Type="http://schemas.openxmlformats.org/officeDocument/2006/relationships/image"/><Relationship Id="rId16" Target="../media/image18.png" Type="http://schemas.openxmlformats.org/officeDocument/2006/relationships/image"/><Relationship Id="rId17" Target="../media/image19.svg" Type="http://schemas.openxmlformats.org/officeDocument/2006/relationships/image"/><Relationship Id="rId18" Target="../media/image20.png" Type="http://schemas.openxmlformats.org/officeDocument/2006/relationships/image"/><Relationship Id="rId19" Target="../media/image21.svg" Type="http://schemas.openxmlformats.org/officeDocument/2006/relationships/image"/><Relationship Id="rId2" Target="../media/image6.png" Type="http://schemas.openxmlformats.org/officeDocument/2006/relationships/image"/><Relationship Id="rId20" Target="../media/image22.png" Type="http://schemas.openxmlformats.org/officeDocument/2006/relationships/image"/><Relationship Id="rId21" Target="../media/image23.svg" Type="http://schemas.openxmlformats.org/officeDocument/2006/relationships/image"/><Relationship Id="rId22" Target="../media/image24.png" Type="http://schemas.openxmlformats.org/officeDocument/2006/relationships/image"/><Relationship Id="rId23" Target="../media/image25.svg" Type="http://schemas.openxmlformats.org/officeDocument/2006/relationships/image"/><Relationship Id="rId24" Target="../media/image26.png" Type="http://schemas.openxmlformats.org/officeDocument/2006/relationships/image"/><Relationship Id="rId25" Target="../media/image27.svg" Type="http://schemas.openxmlformats.org/officeDocument/2006/relationships/image"/><Relationship Id="rId26" Target="../media/image28.png" Type="http://schemas.openxmlformats.org/officeDocument/2006/relationships/image"/><Relationship Id="rId27" Target="../media/image29.svg" Type="http://schemas.openxmlformats.org/officeDocument/2006/relationships/image"/><Relationship Id="rId28" Target="../media/image30.png" Type="http://schemas.openxmlformats.org/officeDocument/2006/relationships/image"/><Relationship Id="rId29" Target="../media/image31.sv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2.png" Type="http://schemas.openxmlformats.org/officeDocument/2006/relationships/image"/><Relationship Id="rId3" Target="../media/image33.svg" Type="http://schemas.openxmlformats.org/officeDocument/2006/relationships/image"/><Relationship Id="rId4" Target="../media/image34.png" Type="http://schemas.openxmlformats.org/officeDocument/2006/relationships/image"/><Relationship Id="rId5" Target="../media/image35.png" Type="http://schemas.openxmlformats.org/officeDocument/2006/relationships/image"/><Relationship Id="rId6" Target="../media/image36.pn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svg" Type="http://schemas.openxmlformats.org/officeDocument/2006/relationships/image"/><Relationship Id="rId12" Target="../media/image45.png" Type="http://schemas.openxmlformats.org/officeDocument/2006/relationships/image"/><Relationship Id="rId13" Target="../media/image46.svg" Type="http://schemas.openxmlformats.org/officeDocument/2006/relationships/image"/><Relationship Id="rId14" Target="../media/image47.png" Type="http://schemas.openxmlformats.org/officeDocument/2006/relationships/image"/><Relationship Id="rId15" Target="../media/image48.svg" Type="http://schemas.openxmlformats.org/officeDocument/2006/relationships/image"/><Relationship Id="rId16" Target="../media/image10.png" Type="http://schemas.openxmlformats.org/officeDocument/2006/relationships/image"/><Relationship Id="rId17" Target="../media/image11.svg" Type="http://schemas.openxmlformats.org/officeDocument/2006/relationships/image"/><Relationship Id="rId18" Target="../media/image49.png" Type="http://schemas.openxmlformats.org/officeDocument/2006/relationships/image"/><Relationship Id="rId19" Target="../media/image50.svg" Type="http://schemas.openxmlformats.org/officeDocument/2006/relationships/image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51.jpe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Relationship Id="rId7" Target="../media/image32.png" Type="http://schemas.openxmlformats.org/officeDocument/2006/relationships/image"/><Relationship Id="rId8" Target="../media/image3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54.png" Type="http://schemas.openxmlformats.org/officeDocument/2006/relationships/image"/><Relationship Id="rId5" Target="../media/image55.svg" Type="http://schemas.openxmlformats.org/officeDocument/2006/relationships/image"/><Relationship Id="rId6" Target="../media/image56.png" Type="http://schemas.openxmlformats.org/officeDocument/2006/relationships/image"/><Relationship Id="rId7" Target="../media/image5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svg" Type="http://schemas.openxmlformats.org/officeDocument/2006/relationships/image"/><Relationship Id="rId12" Target="../media/image64.png" Type="http://schemas.openxmlformats.org/officeDocument/2006/relationships/image"/><Relationship Id="rId13" Target="../media/image65.svg" Type="http://schemas.openxmlformats.org/officeDocument/2006/relationships/imag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58.png" Type="http://schemas.openxmlformats.org/officeDocument/2006/relationships/image"/><Relationship Id="rId7" Target="../media/image59.svg" Type="http://schemas.openxmlformats.org/officeDocument/2006/relationships/image"/><Relationship Id="rId8" Target="../media/image60.png" Type="http://schemas.openxmlformats.org/officeDocument/2006/relationships/image"/><Relationship Id="rId9" Target="../media/image6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png" Type="http://schemas.openxmlformats.org/officeDocument/2006/relationships/image"/><Relationship Id="rId11" Target="../media/image73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6.png" Type="http://schemas.openxmlformats.org/officeDocument/2006/relationships/image"/><Relationship Id="rId5" Target="../media/image67.svg" Type="http://schemas.openxmlformats.org/officeDocument/2006/relationships/image"/><Relationship Id="rId6" Target="../media/image68.png" Type="http://schemas.openxmlformats.org/officeDocument/2006/relationships/image"/><Relationship Id="rId7" Target="../media/image69.svg" Type="http://schemas.openxmlformats.org/officeDocument/2006/relationships/image"/><Relationship Id="rId8" Target="../media/image70.png" Type="http://schemas.openxmlformats.org/officeDocument/2006/relationships/image"/><Relationship Id="rId9" Target="../media/image71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7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svg" Type="http://schemas.openxmlformats.org/officeDocument/2006/relationships/image"/><Relationship Id="rId12" Target="../media/image81.png" Type="http://schemas.openxmlformats.org/officeDocument/2006/relationships/image"/><Relationship Id="rId13" Target="../media/image82.svg" Type="http://schemas.openxmlformats.org/officeDocument/2006/relationships/image"/><Relationship Id="rId14" Target="../media/image83.png" Type="http://schemas.openxmlformats.org/officeDocument/2006/relationships/image"/><Relationship Id="rId15" Target="../media/image84.sv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media/image77.png" Type="http://schemas.openxmlformats.org/officeDocument/2006/relationships/image"/><Relationship Id="rId9" Target="../media/image7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7.png" Type="http://schemas.openxmlformats.org/officeDocument/2006/relationships/image"/><Relationship Id="rId11" Target="../media/image88.svg" Type="http://schemas.openxmlformats.org/officeDocument/2006/relationships/image"/><Relationship Id="rId12" Target="../media/image89.png" Type="http://schemas.openxmlformats.org/officeDocument/2006/relationships/image"/><Relationship Id="rId13" Target="../media/image90.svg" Type="http://schemas.openxmlformats.org/officeDocument/2006/relationships/image"/><Relationship Id="rId14" Target="../media/image91.png" Type="http://schemas.openxmlformats.org/officeDocument/2006/relationships/image"/><Relationship Id="rId15" Target="../media/image92.svg" Type="http://schemas.openxmlformats.org/officeDocument/2006/relationships/image"/><Relationship Id="rId16" Target="../media/image93.png" Type="http://schemas.openxmlformats.org/officeDocument/2006/relationships/image"/><Relationship Id="rId17" Target="../media/image94.svg" Type="http://schemas.openxmlformats.org/officeDocument/2006/relationships/image"/><Relationship Id="rId18" Target="../media/image95.png" Type="http://schemas.openxmlformats.org/officeDocument/2006/relationships/image"/><Relationship Id="rId19" Target="../media/image96.png" Type="http://schemas.openxmlformats.org/officeDocument/2006/relationships/image"/><Relationship Id="rId2" Target="../media/image2.png" Type="http://schemas.openxmlformats.org/officeDocument/2006/relationships/image"/><Relationship Id="rId20" Target="../media/image97.png" Type="http://schemas.openxmlformats.org/officeDocument/2006/relationships/image"/><Relationship Id="rId21" Target="../media/image98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85.png" Type="http://schemas.openxmlformats.org/officeDocument/2006/relationships/image"/><Relationship Id="rId7" Target="../media/image86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7080250" cy="9144000"/>
            <a:chOff x="0" y="0"/>
            <a:chExt cx="2647227" cy="34188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-201" y="-2019"/>
              <a:ext cx="2647428" cy="3417049"/>
            </a:xfrm>
            <a:custGeom>
              <a:avLst/>
              <a:gdLst/>
              <a:ahLst/>
              <a:cxnLst/>
              <a:rect r="r" b="b" t="t" l="l"/>
              <a:pathLst>
                <a:path h="3417049" w="2647428">
                  <a:moveTo>
                    <a:pt x="69139" y="2415019"/>
                  </a:moveTo>
                  <a:lnTo>
                    <a:pt x="67886" y="2413749"/>
                  </a:lnTo>
                  <a:cubicBezTo>
                    <a:pt x="31537" y="2340089"/>
                    <a:pt x="41564" y="2252459"/>
                    <a:pt x="41564" y="2173719"/>
                  </a:cubicBezTo>
                  <a:cubicBezTo>
                    <a:pt x="41564" y="2140699"/>
                    <a:pt x="41564" y="2098789"/>
                    <a:pt x="42817" y="2067039"/>
                  </a:cubicBezTo>
                  <a:cubicBezTo>
                    <a:pt x="46578" y="1961629"/>
                    <a:pt x="20256" y="1858759"/>
                    <a:pt x="100475" y="1776209"/>
                  </a:cubicBezTo>
                  <a:cubicBezTo>
                    <a:pt x="146851" y="1726679"/>
                    <a:pt x="212029" y="1700009"/>
                    <a:pt x="284728" y="1701279"/>
                  </a:cubicBezTo>
                  <a:cubicBezTo>
                    <a:pt x="284728" y="1701279"/>
                    <a:pt x="537919" y="1702549"/>
                    <a:pt x="537919" y="1702549"/>
                  </a:cubicBezTo>
                  <a:cubicBezTo>
                    <a:pt x="685823" y="1710169"/>
                    <a:pt x="824953" y="1686039"/>
                    <a:pt x="872583" y="1545069"/>
                  </a:cubicBezTo>
                  <a:cubicBezTo>
                    <a:pt x="885117" y="1503159"/>
                    <a:pt x="881357" y="1418069"/>
                    <a:pt x="882610" y="1373619"/>
                  </a:cubicBezTo>
                  <a:cubicBezTo>
                    <a:pt x="881357" y="1354569"/>
                    <a:pt x="887624" y="1155179"/>
                    <a:pt x="883863" y="1142479"/>
                  </a:cubicBezTo>
                  <a:cubicBezTo>
                    <a:pt x="871329" y="1002779"/>
                    <a:pt x="991658" y="884669"/>
                    <a:pt x="1128281" y="891019"/>
                  </a:cubicBezTo>
                  <a:cubicBezTo>
                    <a:pt x="1234821" y="892289"/>
                    <a:pt x="1350136" y="891019"/>
                    <a:pt x="1456677" y="891019"/>
                  </a:cubicBezTo>
                  <a:cubicBezTo>
                    <a:pt x="1584526" y="888479"/>
                    <a:pt x="1708615" y="734809"/>
                    <a:pt x="1706108" y="602729"/>
                  </a:cubicBezTo>
                  <a:cubicBezTo>
                    <a:pt x="1708615" y="503669"/>
                    <a:pt x="1708615" y="308089"/>
                    <a:pt x="1712375" y="206489"/>
                  </a:cubicBezTo>
                  <a:cubicBezTo>
                    <a:pt x="1732430" y="-38621"/>
                    <a:pt x="1968073" y="4559"/>
                    <a:pt x="2144806" y="749"/>
                  </a:cubicBezTo>
                  <a:cubicBezTo>
                    <a:pt x="2146059" y="749"/>
                    <a:pt x="2395490" y="749"/>
                    <a:pt x="2396744" y="749"/>
                  </a:cubicBezTo>
                  <a:cubicBezTo>
                    <a:pt x="2709658" y="15989"/>
                    <a:pt x="2619853" y="402069"/>
                    <a:pt x="2633640" y="595109"/>
                  </a:cubicBezTo>
                  <a:cubicBezTo>
                    <a:pt x="2633640" y="732269"/>
                    <a:pt x="2529606" y="855459"/>
                    <a:pt x="2394237" y="849109"/>
                  </a:cubicBezTo>
                  <a:cubicBezTo>
                    <a:pt x="2282682" y="846569"/>
                    <a:pt x="2063333" y="849109"/>
                    <a:pt x="1921697" y="849109"/>
                  </a:cubicBezTo>
                  <a:cubicBezTo>
                    <a:pt x="1864039" y="849109"/>
                    <a:pt x="1797608" y="910069"/>
                    <a:pt x="1738697" y="1016749"/>
                  </a:cubicBezTo>
                  <a:cubicBezTo>
                    <a:pt x="1721149" y="1048499"/>
                    <a:pt x="1711122" y="1085329"/>
                    <a:pt x="1709868" y="1123429"/>
                  </a:cubicBezTo>
                  <a:cubicBezTo>
                    <a:pt x="1706108" y="1203439"/>
                    <a:pt x="1707362" y="1285989"/>
                    <a:pt x="1708615" y="1365999"/>
                  </a:cubicBezTo>
                  <a:lnTo>
                    <a:pt x="1709868" y="1471409"/>
                  </a:lnTo>
                  <a:cubicBezTo>
                    <a:pt x="1711122" y="1625079"/>
                    <a:pt x="1604581" y="1724139"/>
                    <a:pt x="1467958" y="1725409"/>
                  </a:cubicBezTo>
                  <a:cubicBezTo>
                    <a:pt x="1467958" y="1725409"/>
                    <a:pt x="1120760" y="1725409"/>
                    <a:pt x="1120760" y="1725409"/>
                  </a:cubicBezTo>
                  <a:cubicBezTo>
                    <a:pt x="995418" y="1725409"/>
                    <a:pt x="877596" y="1796529"/>
                    <a:pt x="873836" y="1933689"/>
                  </a:cubicBezTo>
                  <a:cubicBezTo>
                    <a:pt x="868822" y="2042909"/>
                    <a:pt x="873836" y="2174989"/>
                    <a:pt x="872583" y="2285479"/>
                  </a:cubicBezTo>
                  <a:cubicBezTo>
                    <a:pt x="871329" y="2442959"/>
                    <a:pt x="769802" y="2534399"/>
                    <a:pt x="596830" y="2535669"/>
                  </a:cubicBezTo>
                  <a:lnTo>
                    <a:pt x="306036" y="2535669"/>
                  </a:lnTo>
                  <a:cubicBezTo>
                    <a:pt x="196988" y="2538209"/>
                    <a:pt x="123036" y="2520429"/>
                    <a:pt x="69139" y="2415019"/>
                  </a:cubicBezTo>
                  <a:close/>
                  <a:moveTo>
                    <a:pt x="243365" y="1654289"/>
                  </a:moveTo>
                  <a:lnTo>
                    <a:pt x="575522" y="1654289"/>
                  </a:lnTo>
                  <a:cubicBezTo>
                    <a:pt x="727186" y="1654289"/>
                    <a:pt x="824953" y="1555229"/>
                    <a:pt x="824953" y="1401559"/>
                  </a:cubicBezTo>
                  <a:lnTo>
                    <a:pt x="824953" y="1303769"/>
                  </a:lnTo>
                  <a:cubicBezTo>
                    <a:pt x="823699" y="1219949"/>
                    <a:pt x="823699" y="1133589"/>
                    <a:pt x="827459" y="1049769"/>
                  </a:cubicBezTo>
                  <a:cubicBezTo>
                    <a:pt x="831220" y="934199"/>
                    <a:pt x="917706" y="837679"/>
                    <a:pt x="1038034" y="841489"/>
                  </a:cubicBezTo>
                  <a:cubicBezTo>
                    <a:pt x="1038034" y="841489"/>
                    <a:pt x="1407794" y="841489"/>
                    <a:pt x="1407794" y="841489"/>
                  </a:cubicBezTo>
                  <a:cubicBezTo>
                    <a:pt x="1407794" y="841489"/>
                    <a:pt x="1419074" y="841489"/>
                    <a:pt x="1419074" y="841489"/>
                  </a:cubicBezTo>
                  <a:cubicBezTo>
                    <a:pt x="1481746" y="840219"/>
                    <a:pt x="1539403" y="813549"/>
                    <a:pt x="1582019" y="769099"/>
                  </a:cubicBezTo>
                  <a:cubicBezTo>
                    <a:pt x="1624636" y="723379"/>
                    <a:pt x="1647197" y="663689"/>
                    <a:pt x="1645944" y="601459"/>
                  </a:cubicBezTo>
                  <a:lnTo>
                    <a:pt x="1645944" y="249669"/>
                  </a:lnTo>
                  <a:cubicBezTo>
                    <a:pt x="1644690" y="104889"/>
                    <a:pt x="1551937" y="9639"/>
                    <a:pt x="1409047" y="7099"/>
                  </a:cubicBezTo>
                  <a:cubicBezTo>
                    <a:pt x="1409047" y="7099"/>
                    <a:pt x="1286212" y="7099"/>
                    <a:pt x="1286212" y="7099"/>
                  </a:cubicBezTo>
                  <a:cubicBezTo>
                    <a:pt x="1197219" y="7099"/>
                    <a:pt x="1095692" y="7099"/>
                    <a:pt x="1024247" y="10909"/>
                  </a:cubicBezTo>
                  <a:cubicBezTo>
                    <a:pt x="921466" y="15989"/>
                    <a:pt x="831220" y="108699"/>
                    <a:pt x="827459" y="211569"/>
                  </a:cubicBezTo>
                  <a:cubicBezTo>
                    <a:pt x="824953" y="275069"/>
                    <a:pt x="824953" y="339839"/>
                    <a:pt x="823699" y="400799"/>
                  </a:cubicBezTo>
                  <a:cubicBezTo>
                    <a:pt x="819939" y="454139"/>
                    <a:pt x="828713" y="610349"/>
                    <a:pt x="813672" y="659879"/>
                  </a:cubicBezTo>
                  <a:cubicBezTo>
                    <a:pt x="769802" y="797039"/>
                    <a:pt x="643206" y="817359"/>
                    <a:pt x="573015" y="817359"/>
                  </a:cubicBezTo>
                  <a:cubicBezTo>
                    <a:pt x="573015" y="817359"/>
                    <a:pt x="242111" y="817359"/>
                    <a:pt x="242111" y="817359"/>
                  </a:cubicBezTo>
                  <a:cubicBezTo>
                    <a:pt x="173173" y="816089"/>
                    <a:pt x="106742" y="845299"/>
                    <a:pt x="59112" y="897369"/>
                  </a:cubicBezTo>
                  <a:cubicBezTo>
                    <a:pt x="-21389" y="982459"/>
                    <a:pt x="6468" y="1076439"/>
                    <a:pt x="1454" y="1181849"/>
                  </a:cubicBezTo>
                  <a:cubicBezTo>
                    <a:pt x="201" y="1265669"/>
                    <a:pt x="-1069" y="1349489"/>
                    <a:pt x="1454" y="1433309"/>
                  </a:cubicBezTo>
                  <a:cubicBezTo>
                    <a:pt x="8975" y="1561579"/>
                    <a:pt x="111756" y="1658099"/>
                    <a:pt x="243365" y="1654289"/>
                  </a:cubicBezTo>
                  <a:close/>
                  <a:moveTo>
                    <a:pt x="2042025" y="2573769"/>
                  </a:moveTo>
                  <a:cubicBezTo>
                    <a:pt x="2042025" y="2573769"/>
                    <a:pt x="2524592" y="2573769"/>
                    <a:pt x="2524592" y="2573769"/>
                  </a:cubicBezTo>
                  <a:cubicBezTo>
                    <a:pt x="2584757" y="2573769"/>
                    <a:pt x="2633640" y="2525509"/>
                    <a:pt x="2634893" y="2465819"/>
                  </a:cubicBezTo>
                  <a:cubicBezTo>
                    <a:pt x="2637400" y="2463279"/>
                    <a:pt x="2632387" y="1176769"/>
                    <a:pt x="2633640" y="1174229"/>
                  </a:cubicBezTo>
                  <a:cubicBezTo>
                    <a:pt x="2633640" y="1155179"/>
                    <a:pt x="2631133" y="1136129"/>
                    <a:pt x="2629880" y="1119619"/>
                  </a:cubicBezTo>
                  <a:cubicBezTo>
                    <a:pt x="2623613" y="1024369"/>
                    <a:pt x="2529606" y="916419"/>
                    <a:pt x="2404264" y="916419"/>
                  </a:cubicBezTo>
                  <a:cubicBezTo>
                    <a:pt x="2285189" y="913879"/>
                    <a:pt x="2143552" y="912609"/>
                    <a:pt x="2000662" y="916419"/>
                  </a:cubicBezTo>
                  <a:cubicBezTo>
                    <a:pt x="1871560" y="920229"/>
                    <a:pt x="1776300" y="1016749"/>
                    <a:pt x="1776300" y="1145019"/>
                  </a:cubicBezTo>
                  <a:lnTo>
                    <a:pt x="1776300" y="1316469"/>
                  </a:lnTo>
                  <a:lnTo>
                    <a:pt x="1775046" y="1552689"/>
                  </a:lnTo>
                  <a:cubicBezTo>
                    <a:pt x="1773793" y="1627619"/>
                    <a:pt x="1748724" y="1689849"/>
                    <a:pt x="1704855" y="1731759"/>
                  </a:cubicBezTo>
                  <a:cubicBezTo>
                    <a:pt x="1659731" y="1774939"/>
                    <a:pt x="1595807" y="1795259"/>
                    <a:pt x="1520602" y="1792719"/>
                  </a:cubicBezTo>
                  <a:cubicBezTo>
                    <a:pt x="1400273" y="1787639"/>
                    <a:pt x="1297492" y="1790179"/>
                    <a:pt x="1170897" y="1795259"/>
                  </a:cubicBezTo>
                  <a:cubicBezTo>
                    <a:pt x="1038034" y="1800339"/>
                    <a:pt x="940267" y="1903209"/>
                    <a:pt x="942774" y="2032749"/>
                  </a:cubicBezTo>
                  <a:cubicBezTo>
                    <a:pt x="945281" y="2152129"/>
                    <a:pt x="945281" y="2281669"/>
                    <a:pt x="942774" y="2378189"/>
                  </a:cubicBezTo>
                  <a:cubicBezTo>
                    <a:pt x="940267" y="2498839"/>
                    <a:pt x="832473" y="2592819"/>
                    <a:pt x="697103" y="2592819"/>
                  </a:cubicBezTo>
                  <a:lnTo>
                    <a:pt x="358680" y="2592819"/>
                  </a:lnTo>
                  <a:cubicBezTo>
                    <a:pt x="233337" y="2585199"/>
                    <a:pt x="92954" y="2653779"/>
                    <a:pt x="87941" y="2789669"/>
                  </a:cubicBezTo>
                  <a:cubicBezTo>
                    <a:pt x="84180" y="2920479"/>
                    <a:pt x="82927" y="3052559"/>
                    <a:pt x="84180" y="3183369"/>
                  </a:cubicBezTo>
                  <a:cubicBezTo>
                    <a:pt x="85434" y="3229089"/>
                    <a:pt x="100475" y="3274809"/>
                    <a:pt x="124290" y="3315449"/>
                  </a:cubicBezTo>
                  <a:cubicBezTo>
                    <a:pt x="168159" y="3382759"/>
                    <a:pt x="239605" y="3417049"/>
                    <a:pt x="338625" y="3417049"/>
                  </a:cubicBezTo>
                  <a:cubicBezTo>
                    <a:pt x="338625" y="3417049"/>
                    <a:pt x="1017979" y="3417049"/>
                    <a:pt x="1017979" y="3417049"/>
                  </a:cubicBezTo>
                  <a:cubicBezTo>
                    <a:pt x="1184685" y="3415779"/>
                    <a:pt x="1520602" y="3417049"/>
                    <a:pt x="1687307" y="3417049"/>
                  </a:cubicBezTo>
                  <a:cubicBezTo>
                    <a:pt x="1761259" y="3417049"/>
                    <a:pt x="1821423" y="3356089"/>
                    <a:pt x="1821423" y="3281159"/>
                  </a:cubicBezTo>
                  <a:lnTo>
                    <a:pt x="1821423" y="2798559"/>
                  </a:lnTo>
                  <a:cubicBezTo>
                    <a:pt x="1820169" y="2676639"/>
                    <a:pt x="1919190" y="2573769"/>
                    <a:pt x="2042025" y="2573769"/>
                  </a:cubicBezTo>
                  <a:close/>
                  <a:moveTo>
                    <a:pt x="2443120" y="2632189"/>
                  </a:moveTo>
                  <a:lnTo>
                    <a:pt x="2085895" y="2632189"/>
                  </a:lnTo>
                  <a:cubicBezTo>
                    <a:pt x="1973087" y="2632189"/>
                    <a:pt x="1881587" y="2724899"/>
                    <a:pt x="1881587" y="2839199"/>
                  </a:cubicBezTo>
                  <a:lnTo>
                    <a:pt x="1881587" y="3201149"/>
                  </a:lnTo>
                  <a:cubicBezTo>
                    <a:pt x="1881587" y="3315449"/>
                    <a:pt x="1973087" y="3408159"/>
                    <a:pt x="2085895" y="3408159"/>
                  </a:cubicBezTo>
                  <a:lnTo>
                    <a:pt x="2443120" y="3408159"/>
                  </a:lnTo>
                  <a:cubicBezTo>
                    <a:pt x="2555928" y="3408159"/>
                    <a:pt x="2647428" y="3315449"/>
                    <a:pt x="2647428" y="3201149"/>
                  </a:cubicBezTo>
                  <a:lnTo>
                    <a:pt x="2647428" y="2839199"/>
                  </a:lnTo>
                  <a:cubicBezTo>
                    <a:pt x="2647428" y="2724899"/>
                    <a:pt x="2555928" y="2632189"/>
                    <a:pt x="2443120" y="2632189"/>
                  </a:cubicBezTo>
                  <a:close/>
                  <a:moveTo>
                    <a:pt x="224563" y="771639"/>
                  </a:moveTo>
                  <a:lnTo>
                    <a:pt x="568001" y="771639"/>
                  </a:lnTo>
                  <a:cubicBezTo>
                    <a:pt x="680809" y="771639"/>
                    <a:pt x="772309" y="678929"/>
                    <a:pt x="772309" y="564629"/>
                  </a:cubicBezTo>
                  <a:lnTo>
                    <a:pt x="772309" y="238239"/>
                  </a:lnTo>
                  <a:cubicBezTo>
                    <a:pt x="772309" y="123939"/>
                    <a:pt x="680809" y="31229"/>
                    <a:pt x="568001" y="31229"/>
                  </a:cubicBezTo>
                  <a:lnTo>
                    <a:pt x="224563" y="31229"/>
                  </a:lnTo>
                  <a:cubicBezTo>
                    <a:pt x="111756" y="31229"/>
                    <a:pt x="20256" y="123939"/>
                    <a:pt x="20256" y="238239"/>
                  </a:cubicBezTo>
                  <a:lnTo>
                    <a:pt x="20256" y="564629"/>
                  </a:lnTo>
                  <a:cubicBezTo>
                    <a:pt x="20256" y="678929"/>
                    <a:pt x="111756" y="771639"/>
                    <a:pt x="224563" y="771639"/>
                  </a:cubicBezTo>
                  <a:close/>
                </a:path>
              </a:pathLst>
            </a:custGeom>
            <a:blipFill>
              <a:blip r:embed="rId2"/>
              <a:stretch>
                <a:fillRect l="-56470" t="-2789" r="-66115" b="-12283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-1828651">
            <a:off x="7053913" y="5877773"/>
            <a:ext cx="15721002" cy="16635981"/>
          </a:xfrm>
          <a:custGeom>
            <a:avLst/>
            <a:gdLst/>
            <a:ahLst/>
            <a:cxnLst/>
            <a:rect r="r" b="b" t="t" l="l"/>
            <a:pathLst>
              <a:path h="16635981" w="15721002">
                <a:moveTo>
                  <a:pt x="0" y="0"/>
                </a:moveTo>
                <a:lnTo>
                  <a:pt x="15721001" y="0"/>
                </a:lnTo>
                <a:lnTo>
                  <a:pt x="15721001" y="16635981"/>
                </a:lnTo>
                <a:lnTo>
                  <a:pt x="0" y="166359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842250" y="8911810"/>
            <a:ext cx="4767567" cy="750129"/>
            <a:chOff x="0" y="0"/>
            <a:chExt cx="1255655" cy="197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5655" cy="197565"/>
            </a:xfrm>
            <a:custGeom>
              <a:avLst/>
              <a:gdLst/>
              <a:ahLst/>
              <a:cxnLst/>
              <a:rect r="r" b="b" t="t" l="l"/>
              <a:pathLst>
                <a:path h="197565" w="1255655">
                  <a:moveTo>
                    <a:pt x="98782" y="0"/>
                  </a:moveTo>
                  <a:lnTo>
                    <a:pt x="1156873" y="0"/>
                  </a:lnTo>
                  <a:cubicBezTo>
                    <a:pt x="1183072" y="0"/>
                    <a:pt x="1208197" y="10407"/>
                    <a:pt x="1226723" y="28933"/>
                  </a:cubicBezTo>
                  <a:cubicBezTo>
                    <a:pt x="1245248" y="47458"/>
                    <a:pt x="1255655" y="72584"/>
                    <a:pt x="1255655" y="98782"/>
                  </a:cubicBezTo>
                  <a:lnTo>
                    <a:pt x="1255655" y="98782"/>
                  </a:lnTo>
                  <a:cubicBezTo>
                    <a:pt x="1255655" y="153339"/>
                    <a:pt x="1211429" y="197565"/>
                    <a:pt x="1156873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55655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000" y="571500"/>
            <a:ext cx="2067296" cy="2059829"/>
            <a:chOff x="0" y="0"/>
            <a:chExt cx="544473" cy="54250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44473" cy="542506"/>
            </a:xfrm>
            <a:custGeom>
              <a:avLst/>
              <a:gdLst/>
              <a:ahLst/>
              <a:cxnLst/>
              <a:rect r="r" b="b" t="t" l="l"/>
              <a:pathLst>
                <a:path h="542506" w="544473">
                  <a:moveTo>
                    <a:pt x="205972" y="0"/>
                  </a:moveTo>
                  <a:lnTo>
                    <a:pt x="338501" y="0"/>
                  </a:lnTo>
                  <a:cubicBezTo>
                    <a:pt x="393128" y="0"/>
                    <a:pt x="445518" y="21701"/>
                    <a:pt x="484145" y="60328"/>
                  </a:cubicBezTo>
                  <a:cubicBezTo>
                    <a:pt x="522773" y="98955"/>
                    <a:pt x="544473" y="151345"/>
                    <a:pt x="544473" y="205972"/>
                  </a:cubicBezTo>
                  <a:lnTo>
                    <a:pt x="544473" y="336534"/>
                  </a:lnTo>
                  <a:cubicBezTo>
                    <a:pt x="544473" y="450289"/>
                    <a:pt x="452256" y="542506"/>
                    <a:pt x="338501" y="542506"/>
                  </a:cubicBezTo>
                  <a:lnTo>
                    <a:pt x="205972" y="542506"/>
                  </a:lnTo>
                  <a:cubicBezTo>
                    <a:pt x="151345" y="542506"/>
                    <a:pt x="98955" y="520806"/>
                    <a:pt x="60328" y="482179"/>
                  </a:cubicBezTo>
                  <a:cubicBezTo>
                    <a:pt x="21701" y="443551"/>
                    <a:pt x="0" y="391161"/>
                    <a:pt x="0" y="336534"/>
                  </a:cubicBezTo>
                  <a:lnTo>
                    <a:pt x="0" y="205972"/>
                  </a:lnTo>
                  <a:cubicBezTo>
                    <a:pt x="0" y="151345"/>
                    <a:pt x="21701" y="98955"/>
                    <a:pt x="60328" y="60328"/>
                  </a:cubicBezTo>
                  <a:cubicBezTo>
                    <a:pt x="98955" y="21701"/>
                    <a:pt x="151345" y="0"/>
                    <a:pt x="20597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44473" cy="5806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956046" y="1133453"/>
            <a:ext cx="917204" cy="935922"/>
          </a:xfrm>
          <a:custGeom>
            <a:avLst/>
            <a:gdLst/>
            <a:ahLst/>
            <a:cxnLst/>
            <a:rect r="r" b="b" t="t" l="l"/>
            <a:pathLst>
              <a:path h="935922" w="917204">
                <a:moveTo>
                  <a:pt x="0" y="0"/>
                </a:moveTo>
                <a:lnTo>
                  <a:pt x="917204" y="0"/>
                </a:lnTo>
                <a:lnTo>
                  <a:pt x="917204" y="935922"/>
                </a:lnTo>
                <a:lnTo>
                  <a:pt x="0" y="93592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804150" y="653508"/>
            <a:ext cx="8991600" cy="4412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79"/>
              </a:lnSpc>
            </a:pPr>
            <a:r>
              <a:rPr lang="en-US" sz="12533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Marketing</a:t>
            </a:r>
            <a:r>
              <a:rPr lang="en-US" sz="12533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Strategy Presentation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842250" y="5475442"/>
            <a:ext cx="5184673" cy="1326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A comprehensive marketing</a:t>
            </a:r>
            <a:r>
              <a:rPr lang="en-US" sz="32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 approach for a business, product, or service.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10389" y="9090501"/>
            <a:ext cx="4431289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Prepared by: Juliana Silva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303500" y="9100026"/>
            <a:ext cx="260350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080"/>
              </a:lnSpc>
            </a:pPr>
            <a:r>
              <a:rPr lang="en-US" b="true" sz="28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b="true" sz="28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414750" y="67627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2030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8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1000" y="6191250"/>
            <a:ext cx="3496195" cy="750129"/>
            <a:chOff x="0" y="0"/>
            <a:chExt cx="920808" cy="197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20808" cy="197565"/>
            </a:xfrm>
            <a:custGeom>
              <a:avLst/>
              <a:gdLst/>
              <a:ahLst/>
              <a:cxnLst/>
              <a:rect r="r" b="b" t="t" l="l"/>
              <a:pathLst>
                <a:path h="197565" w="920808">
                  <a:moveTo>
                    <a:pt x="98782" y="0"/>
                  </a:moveTo>
                  <a:lnTo>
                    <a:pt x="822026" y="0"/>
                  </a:lnTo>
                  <a:cubicBezTo>
                    <a:pt x="876582" y="0"/>
                    <a:pt x="920808" y="44226"/>
                    <a:pt x="920808" y="98782"/>
                  </a:cubicBezTo>
                  <a:lnTo>
                    <a:pt x="920808" y="98782"/>
                  </a:lnTo>
                  <a:cubicBezTo>
                    <a:pt x="920808" y="124981"/>
                    <a:pt x="910401" y="150107"/>
                    <a:pt x="891876" y="168632"/>
                  </a:cubicBezTo>
                  <a:cubicBezTo>
                    <a:pt x="873350" y="187158"/>
                    <a:pt x="848225" y="197565"/>
                    <a:pt x="822026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20808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645086" y="7320485"/>
            <a:ext cx="3686695" cy="748242"/>
            <a:chOff x="0" y="0"/>
            <a:chExt cx="970981" cy="19706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0981" cy="197068"/>
            </a:xfrm>
            <a:custGeom>
              <a:avLst/>
              <a:gdLst/>
              <a:ahLst/>
              <a:cxnLst/>
              <a:rect r="r" b="b" t="t" l="l"/>
              <a:pathLst>
                <a:path h="197068" w="970981">
                  <a:moveTo>
                    <a:pt x="98534" y="0"/>
                  </a:moveTo>
                  <a:lnTo>
                    <a:pt x="872447" y="0"/>
                  </a:lnTo>
                  <a:cubicBezTo>
                    <a:pt x="926866" y="0"/>
                    <a:pt x="970981" y="44115"/>
                    <a:pt x="970981" y="98534"/>
                  </a:cubicBezTo>
                  <a:lnTo>
                    <a:pt x="970981" y="98534"/>
                  </a:lnTo>
                  <a:cubicBezTo>
                    <a:pt x="970981" y="124667"/>
                    <a:pt x="960600" y="149729"/>
                    <a:pt x="942121" y="168208"/>
                  </a:cubicBezTo>
                  <a:cubicBezTo>
                    <a:pt x="923643" y="186687"/>
                    <a:pt x="898580" y="197068"/>
                    <a:pt x="872447" y="197068"/>
                  </a:cubicBezTo>
                  <a:lnTo>
                    <a:pt x="98534" y="197068"/>
                  </a:lnTo>
                  <a:cubicBezTo>
                    <a:pt x="72401" y="197068"/>
                    <a:pt x="47339" y="186687"/>
                    <a:pt x="28860" y="168208"/>
                  </a:cubicBezTo>
                  <a:cubicBezTo>
                    <a:pt x="10381" y="149729"/>
                    <a:pt x="0" y="124667"/>
                    <a:pt x="0" y="98534"/>
                  </a:cubicBezTo>
                  <a:lnTo>
                    <a:pt x="0" y="98534"/>
                  </a:lnTo>
                  <a:cubicBezTo>
                    <a:pt x="0" y="72401"/>
                    <a:pt x="10381" y="47339"/>
                    <a:pt x="28860" y="28860"/>
                  </a:cubicBezTo>
                  <a:cubicBezTo>
                    <a:pt x="47339" y="10381"/>
                    <a:pt x="72401" y="0"/>
                    <a:pt x="98534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70981" cy="23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953500" y="8451617"/>
            <a:ext cx="3686695" cy="748242"/>
            <a:chOff x="0" y="0"/>
            <a:chExt cx="970981" cy="1970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70981" cy="197068"/>
            </a:xfrm>
            <a:custGeom>
              <a:avLst/>
              <a:gdLst/>
              <a:ahLst/>
              <a:cxnLst/>
              <a:rect r="r" b="b" t="t" l="l"/>
              <a:pathLst>
                <a:path h="197068" w="970981">
                  <a:moveTo>
                    <a:pt x="98534" y="0"/>
                  </a:moveTo>
                  <a:lnTo>
                    <a:pt x="872447" y="0"/>
                  </a:lnTo>
                  <a:cubicBezTo>
                    <a:pt x="926866" y="0"/>
                    <a:pt x="970981" y="44115"/>
                    <a:pt x="970981" y="98534"/>
                  </a:cubicBezTo>
                  <a:lnTo>
                    <a:pt x="970981" y="98534"/>
                  </a:lnTo>
                  <a:cubicBezTo>
                    <a:pt x="970981" y="124667"/>
                    <a:pt x="960600" y="149729"/>
                    <a:pt x="942121" y="168208"/>
                  </a:cubicBezTo>
                  <a:cubicBezTo>
                    <a:pt x="923643" y="186687"/>
                    <a:pt x="898580" y="197068"/>
                    <a:pt x="872447" y="197068"/>
                  </a:cubicBezTo>
                  <a:lnTo>
                    <a:pt x="98534" y="197068"/>
                  </a:lnTo>
                  <a:cubicBezTo>
                    <a:pt x="72401" y="197068"/>
                    <a:pt x="47339" y="186687"/>
                    <a:pt x="28860" y="168208"/>
                  </a:cubicBezTo>
                  <a:cubicBezTo>
                    <a:pt x="10381" y="149729"/>
                    <a:pt x="0" y="124667"/>
                    <a:pt x="0" y="98534"/>
                  </a:cubicBezTo>
                  <a:lnTo>
                    <a:pt x="0" y="98534"/>
                  </a:lnTo>
                  <a:cubicBezTo>
                    <a:pt x="0" y="72401"/>
                    <a:pt x="10381" y="47339"/>
                    <a:pt x="28860" y="28860"/>
                  </a:cubicBezTo>
                  <a:cubicBezTo>
                    <a:pt x="47339" y="10381"/>
                    <a:pt x="72401" y="0"/>
                    <a:pt x="98534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70981" cy="23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522280" y="7320485"/>
            <a:ext cx="3694423" cy="748242"/>
            <a:chOff x="0" y="0"/>
            <a:chExt cx="973017" cy="1970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73017" cy="197068"/>
            </a:xfrm>
            <a:custGeom>
              <a:avLst/>
              <a:gdLst/>
              <a:ahLst/>
              <a:cxnLst/>
              <a:rect r="r" b="b" t="t" l="l"/>
              <a:pathLst>
                <a:path h="197068" w="973017">
                  <a:moveTo>
                    <a:pt x="98534" y="0"/>
                  </a:moveTo>
                  <a:lnTo>
                    <a:pt x="874483" y="0"/>
                  </a:lnTo>
                  <a:cubicBezTo>
                    <a:pt x="900616" y="0"/>
                    <a:pt x="925678" y="10381"/>
                    <a:pt x="944157" y="28860"/>
                  </a:cubicBezTo>
                  <a:cubicBezTo>
                    <a:pt x="962635" y="47339"/>
                    <a:pt x="973017" y="72401"/>
                    <a:pt x="973017" y="98534"/>
                  </a:cubicBezTo>
                  <a:lnTo>
                    <a:pt x="973017" y="98534"/>
                  </a:lnTo>
                  <a:cubicBezTo>
                    <a:pt x="973017" y="124667"/>
                    <a:pt x="962635" y="149729"/>
                    <a:pt x="944157" y="168208"/>
                  </a:cubicBezTo>
                  <a:cubicBezTo>
                    <a:pt x="925678" y="186687"/>
                    <a:pt x="900616" y="197068"/>
                    <a:pt x="874483" y="197068"/>
                  </a:cubicBezTo>
                  <a:lnTo>
                    <a:pt x="98534" y="197068"/>
                  </a:lnTo>
                  <a:cubicBezTo>
                    <a:pt x="72401" y="197068"/>
                    <a:pt x="47339" y="186687"/>
                    <a:pt x="28860" y="168208"/>
                  </a:cubicBezTo>
                  <a:cubicBezTo>
                    <a:pt x="10381" y="149729"/>
                    <a:pt x="0" y="124667"/>
                    <a:pt x="0" y="98534"/>
                  </a:cubicBezTo>
                  <a:lnTo>
                    <a:pt x="0" y="98534"/>
                  </a:lnTo>
                  <a:cubicBezTo>
                    <a:pt x="0" y="72401"/>
                    <a:pt x="10381" y="47339"/>
                    <a:pt x="28860" y="28860"/>
                  </a:cubicBezTo>
                  <a:cubicBezTo>
                    <a:pt x="47339" y="10381"/>
                    <a:pt x="72401" y="0"/>
                    <a:pt x="98534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73017" cy="23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067695" y="6191250"/>
            <a:ext cx="4005025" cy="750129"/>
            <a:chOff x="0" y="0"/>
            <a:chExt cx="1054821" cy="19756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4821" cy="197565"/>
            </a:xfrm>
            <a:custGeom>
              <a:avLst/>
              <a:gdLst/>
              <a:ahLst/>
              <a:cxnLst/>
              <a:rect r="r" b="b" t="t" l="l"/>
              <a:pathLst>
                <a:path h="197565" w="1054821">
                  <a:moveTo>
                    <a:pt x="98782" y="0"/>
                  </a:moveTo>
                  <a:lnTo>
                    <a:pt x="956039" y="0"/>
                  </a:lnTo>
                  <a:cubicBezTo>
                    <a:pt x="1010595" y="0"/>
                    <a:pt x="1054821" y="44226"/>
                    <a:pt x="1054821" y="98782"/>
                  </a:cubicBezTo>
                  <a:lnTo>
                    <a:pt x="1054821" y="98782"/>
                  </a:lnTo>
                  <a:cubicBezTo>
                    <a:pt x="1054821" y="124981"/>
                    <a:pt x="1044414" y="150107"/>
                    <a:pt x="1025889" y="168632"/>
                  </a:cubicBezTo>
                  <a:cubicBezTo>
                    <a:pt x="1007363" y="187158"/>
                    <a:pt x="982238" y="197565"/>
                    <a:pt x="956039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54821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81000" y="7319542"/>
            <a:ext cx="1877831" cy="750129"/>
            <a:chOff x="0" y="0"/>
            <a:chExt cx="494573" cy="19756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94573" cy="197565"/>
            </a:xfrm>
            <a:custGeom>
              <a:avLst/>
              <a:gdLst/>
              <a:ahLst/>
              <a:cxnLst/>
              <a:rect r="r" b="b" t="t" l="l"/>
              <a:pathLst>
                <a:path h="197565" w="494573">
                  <a:moveTo>
                    <a:pt x="98782" y="0"/>
                  </a:moveTo>
                  <a:lnTo>
                    <a:pt x="395790" y="0"/>
                  </a:lnTo>
                  <a:cubicBezTo>
                    <a:pt x="421989" y="0"/>
                    <a:pt x="447115" y="10407"/>
                    <a:pt x="465640" y="28933"/>
                  </a:cubicBezTo>
                  <a:cubicBezTo>
                    <a:pt x="484165" y="47458"/>
                    <a:pt x="494573" y="72584"/>
                    <a:pt x="494573" y="98782"/>
                  </a:cubicBezTo>
                  <a:lnTo>
                    <a:pt x="494573" y="98782"/>
                  </a:lnTo>
                  <a:cubicBezTo>
                    <a:pt x="494573" y="153339"/>
                    <a:pt x="450346" y="197565"/>
                    <a:pt x="395790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494573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830695" y="8450673"/>
            <a:ext cx="1901784" cy="750129"/>
            <a:chOff x="0" y="0"/>
            <a:chExt cx="500881" cy="1975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00881" cy="197565"/>
            </a:xfrm>
            <a:custGeom>
              <a:avLst/>
              <a:gdLst/>
              <a:ahLst/>
              <a:cxnLst/>
              <a:rect r="r" b="b" t="t" l="l"/>
              <a:pathLst>
                <a:path h="197565" w="500881">
                  <a:moveTo>
                    <a:pt x="98782" y="0"/>
                  </a:moveTo>
                  <a:lnTo>
                    <a:pt x="402099" y="0"/>
                  </a:lnTo>
                  <a:cubicBezTo>
                    <a:pt x="428298" y="0"/>
                    <a:pt x="453423" y="10407"/>
                    <a:pt x="471949" y="28933"/>
                  </a:cubicBezTo>
                  <a:cubicBezTo>
                    <a:pt x="490474" y="47458"/>
                    <a:pt x="500881" y="72584"/>
                    <a:pt x="500881" y="98782"/>
                  </a:cubicBezTo>
                  <a:lnTo>
                    <a:pt x="500881" y="98782"/>
                  </a:lnTo>
                  <a:cubicBezTo>
                    <a:pt x="500881" y="153339"/>
                    <a:pt x="456655" y="197565"/>
                    <a:pt x="402099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500881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-9292188">
            <a:off x="4848283" y="-2278236"/>
            <a:ext cx="15260331" cy="7481201"/>
          </a:xfrm>
          <a:custGeom>
            <a:avLst/>
            <a:gdLst/>
            <a:ahLst/>
            <a:cxnLst/>
            <a:rect r="r" b="b" t="t" l="l"/>
            <a:pathLst>
              <a:path h="7481201" w="15260331">
                <a:moveTo>
                  <a:pt x="0" y="0"/>
                </a:moveTo>
                <a:lnTo>
                  <a:pt x="15260331" y="0"/>
                </a:lnTo>
                <a:lnTo>
                  <a:pt x="15260331" y="7481200"/>
                </a:lnTo>
                <a:lnTo>
                  <a:pt x="0" y="7481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50669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537564" y="6191250"/>
            <a:ext cx="4005255" cy="750129"/>
            <a:chOff x="0" y="0"/>
            <a:chExt cx="1054882" cy="19756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4882" cy="197565"/>
            </a:xfrm>
            <a:custGeom>
              <a:avLst/>
              <a:gdLst/>
              <a:ahLst/>
              <a:cxnLst/>
              <a:rect r="r" b="b" t="t" l="l"/>
              <a:pathLst>
                <a:path h="197565" w="1054882">
                  <a:moveTo>
                    <a:pt x="98782" y="0"/>
                  </a:moveTo>
                  <a:lnTo>
                    <a:pt x="956100" y="0"/>
                  </a:lnTo>
                  <a:cubicBezTo>
                    <a:pt x="1010656" y="0"/>
                    <a:pt x="1054882" y="44226"/>
                    <a:pt x="1054882" y="98782"/>
                  </a:cubicBezTo>
                  <a:lnTo>
                    <a:pt x="1054882" y="98782"/>
                  </a:lnTo>
                  <a:cubicBezTo>
                    <a:pt x="1054882" y="124981"/>
                    <a:pt x="1044475" y="150107"/>
                    <a:pt x="1025949" y="168632"/>
                  </a:cubicBezTo>
                  <a:cubicBezTo>
                    <a:pt x="1007424" y="187158"/>
                    <a:pt x="982298" y="197565"/>
                    <a:pt x="956100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1054882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81000" y="8450673"/>
            <a:ext cx="4095750" cy="750129"/>
            <a:chOff x="0" y="0"/>
            <a:chExt cx="1078716" cy="1975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78716" cy="197565"/>
            </a:xfrm>
            <a:custGeom>
              <a:avLst/>
              <a:gdLst/>
              <a:ahLst/>
              <a:cxnLst/>
              <a:rect r="r" b="b" t="t" l="l"/>
              <a:pathLst>
                <a:path h="197565" w="1078716">
                  <a:moveTo>
                    <a:pt x="98782" y="0"/>
                  </a:moveTo>
                  <a:lnTo>
                    <a:pt x="979934" y="0"/>
                  </a:lnTo>
                  <a:cubicBezTo>
                    <a:pt x="1006132" y="0"/>
                    <a:pt x="1031258" y="10407"/>
                    <a:pt x="1049783" y="28933"/>
                  </a:cubicBezTo>
                  <a:cubicBezTo>
                    <a:pt x="1068309" y="47458"/>
                    <a:pt x="1078716" y="72584"/>
                    <a:pt x="1078716" y="98782"/>
                  </a:cubicBezTo>
                  <a:lnTo>
                    <a:pt x="1078716" y="98782"/>
                  </a:lnTo>
                  <a:cubicBezTo>
                    <a:pt x="1078716" y="153339"/>
                    <a:pt x="1034490" y="197565"/>
                    <a:pt x="979934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78716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667250" y="8450673"/>
            <a:ext cx="4095750" cy="750129"/>
            <a:chOff x="0" y="0"/>
            <a:chExt cx="1078716" cy="19756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8716" cy="197565"/>
            </a:xfrm>
            <a:custGeom>
              <a:avLst/>
              <a:gdLst/>
              <a:ahLst/>
              <a:cxnLst/>
              <a:rect r="r" b="b" t="t" l="l"/>
              <a:pathLst>
                <a:path h="197565" w="1078716">
                  <a:moveTo>
                    <a:pt x="98782" y="0"/>
                  </a:moveTo>
                  <a:lnTo>
                    <a:pt x="979934" y="0"/>
                  </a:lnTo>
                  <a:cubicBezTo>
                    <a:pt x="1006132" y="0"/>
                    <a:pt x="1031258" y="10407"/>
                    <a:pt x="1049783" y="28933"/>
                  </a:cubicBezTo>
                  <a:cubicBezTo>
                    <a:pt x="1068309" y="47458"/>
                    <a:pt x="1078716" y="72584"/>
                    <a:pt x="1078716" y="98782"/>
                  </a:cubicBezTo>
                  <a:lnTo>
                    <a:pt x="1078716" y="98782"/>
                  </a:lnTo>
                  <a:cubicBezTo>
                    <a:pt x="1078716" y="153339"/>
                    <a:pt x="1034490" y="197565"/>
                    <a:pt x="979934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78716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2449331" y="7320485"/>
            <a:ext cx="4005255" cy="748242"/>
            <a:chOff x="0" y="0"/>
            <a:chExt cx="1054882" cy="19706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54882" cy="197068"/>
            </a:xfrm>
            <a:custGeom>
              <a:avLst/>
              <a:gdLst/>
              <a:ahLst/>
              <a:cxnLst/>
              <a:rect r="r" b="b" t="t" l="l"/>
              <a:pathLst>
                <a:path h="197068" w="1054882">
                  <a:moveTo>
                    <a:pt x="98534" y="0"/>
                  </a:moveTo>
                  <a:lnTo>
                    <a:pt x="956348" y="0"/>
                  </a:lnTo>
                  <a:cubicBezTo>
                    <a:pt x="1010767" y="0"/>
                    <a:pt x="1054882" y="44115"/>
                    <a:pt x="1054882" y="98534"/>
                  </a:cubicBezTo>
                  <a:lnTo>
                    <a:pt x="1054882" y="98534"/>
                  </a:lnTo>
                  <a:cubicBezTo>
                    <a:pt x="1054882" y="124667"/>
                    <a:pt x="1044501" y="149729"/>
                    <a:pt x="1026022" y="168208"/>
                  </a:cubicBezTo>
                  <a:cubicBezTo>
                    <a:pt x="1007543" y="186687"/>
                    <a:pt x="982481" y="197068"/>
                    <a:pt x="956348" y="197068"/>
                  </a:cubicBezTo>
                  <a:lnTo>
                    <a:pt x="98534" y="197068"/>
                  </a:lnTo>
                  <a:cubicBezTo>
                    <a:pt x="72401" y="197068"/>
                    <a:pt x="47339" y="186687"/>
                    <a:pt x="28860" y="168208"/>
                  </a:cubicBezTo>
                  <a:cubicBezTo>
                    <a:pt x="10381" y="149729"/>
                    <a:pt x="0" y="124667"/>
                    <a:pt x="0" y="98534"/>
                  </a:cubicBezTo>
                  <a:lnTo>
                    <a:pt x="0" y="98534"/>
                  </a:lnTo>
                  <a:cubicBezTo>
                    <a:pt x="0" y="72401"/>
                    <a:pt x="10381" y="47339"/>
                    <a:pt x="28860" y="28860"/>
                  </a:cubicBezTo>
                  <a:cubicBezTo>
                    <a:pt x="47339" y="10381"/>
                    <a:pt x="72401" y="0"/>
                    <a:pt x="98534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054882" cy="23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8263219" y="6191250"/>
            <a:ext cx="3083845" cy="750129"/>
            <a:chOff x="0" y="0"/>
            <a:chExt cx="812206" cy="197565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12206" cy="197565"/>
            </a:xfrm>
            <a:custGeom>
              <a:avLst/>
              <a:gdLst/>
              <a:ahLst/>
              <a:cxnLst/>
              <a:rect r="r" b="b" t="t" l="l"/>
              <a:pathLst>
                <a:path h="197565" w="812206">
                  <a:moveTo>
                    <a:pt x="98782" y="0"/>
                  </a:moveTo>
                  <a:lnTo>
                    <a:pt x="713424" y="0"/>
                  </a:lnTo>
                  <a:cubicBezTo>
                    <a:pt x="739622" y="0"/>
                    <a:pt x="764748" y="10407"/>
                    <a:pt x="783273" y="28933"/>
                  </a:cubicBezTo>
                  <a:cubicBezTo>
                    <a:pt x="801799" y="47458"/>
                    <a:pt x="812206" y="72584"/>
                    <a:pt x="812206" y="98782"/>
                  </a:cubicBezTo>
                  <a:lnTo>
                    <a:pt x="812206" y="98782"/>
                  </a:lnTo>
                  <a:cubicBezTo>
                    <a:pt x="812206" y="153339"/>
                    <a:pt x="767980" y="197565"/>
                    <a:pt x="713424" y="197565"/>
                  </a:cubicBezTo>
                  <a:lnTo>
                    <a:pt x="98782" y="197565"/>
                  </a:lnTo>
                  <a:cubicBezTo>
                    <a:pt x="72584" y="197565"/>
                    <a:pt x="47458" y="187158"/>
                    <a:pt x="28933" y="168632"/>
                  </a:cubicBezTo>
                  <a:cubicBezTo>
                    <a:pt x="10407" y="150107"/>
                    <a:pt x="0" y="124981"/>
                    <a:pt x="0" y="98782"/>
                  </a:cubicBezTo>
                  <a:lnTo>
                    <a:pt x="0" y="98782"/>
                  </a:lnTo>
                  <a:cubicBezTo>
                    <a:pt x="0" y="72584"/>
                    <a:pt x="10407" y="47458"/>
                    <a:pt x="28933" y="28933"/>
                  </a:cubicBezTo>
                  <a:cubicBezTo>
                    <a:pt x="47458" y="10407"/>
                    <a:pt x="72584" y="0"/>
                    <a:pt x="9878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812206" cy="235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59807" y="6398992"/>
            <a:ext cx="334645" cy="334645"/>
          </a:xfrm>
          <a:custGeom>
            <a:avLst/>
            <a:gdLst/>
            <a:ahLst/>
            <a:cxnLst/>
            <a:rect r="r" b="b" t="t" l="l"/>
            <a:pathLst>
              <a:path h="334645" w="334645">
                <a:moveTo>
                  <a:pt x="0" y="0"/>
                </a:moveTo>
                <a:lnTo>
                  <a:pt x="334645" y="0"/>
                </a:lnTo>
                <a:lnTo>
                  <a:pt x="334645" y="334645"/>
                </a:lnTo>
                <a:lnTo>
                  <a:pt x="0" y="3346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8871441" y="6360332"/>
            <a:ext cx="20870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arget Market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4445561" y="6398992"/>
            <a:ext cx="362759" cy="334645"/>
          </a:xfrm>
          <a:custGeom>
            <a:avLst/>
            <a:gdLst/>
            <a:ahLst/>
            <a:cxnLst/>
            <a:rect r="r" b="b" t="t" l="l"/>
            <a:pathLst>
              <a:path h="334645" w="362759">
                <a:moveTo>
                  <a:pt x="0" y="0"/>
                </a:moveTo>
                <a:lnTo>
                  <a:pt x="362759" y="0"/>
                </a:lnTo>
                <a:lnTo>
                  <a:pt x="362759" y="334645"/>
                </a:lnTo>
                <a:lnTo>
                  <a:pt x="0" y="33464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8644219" y="6398992"/>
            <a:ext cx="334645" cy="334645"/>
          </a:xfrm>
          <a:custGeom>
            <a:avLst/>
            <a:gdLst/>
            <a:ahLst/>
            <a:cxnLst/>
            <a:rect r="r" b="b" t="t" l="l"/>
            <a:pathLst>
              <a:path h="334645" w="334645">
                <a:moveTo>
                  <a:pt x="0" y="0"/>
                </a:moveTo>
                <a:lnTo>
                  <a:pt x="334645" y="0"/>
                </a:lnTo>
                <a:lnTo>
                  <a:pt x="334645" y="334645"/>
                </a:lnTo>
                <a:lnTo>
                  <a:pt x="0" y="33464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918564" y="6398992"/>
            <a:ext cx="321015" cy="330943"/>
          </a:xfrm>
          <a:custGeom>
            <a:avLst/>
            <a:gdLst/>
            <a:ahLst/>
            <a:cxnLst/>
            <a:rect r="r" b="b" t="t" l="l"/>
            <a:pathLst>
              <a:path h="330943" w="321015">
                <a:moveTo>
                  <a:pt x="0" y="0"/>
                </a:moveTo>
                <a:lnTo>
                  <a:pt x="321015" y="0"/>
                </a:lnTo>
                <a:lnTo>
                  <a:pt x="321015" y="330943"/>
                </a:lnTo>
                <a:lnTo>
                  <a:pt x="0" y="3309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762000" y="7527284"/>
            <a:ext cx="334645" cy="334645"/>
          </a:xfrm>
          <a:custGeom>
            <a:avLst/>
            <a:gdLst/>
            <a:ahLst/>
            <a:cxnLst/>
            <a:rect r="r" b="b" t="t" l="l"/>
            <a:pathLst>
              <a:path h="334645" w="334645">
                <a:moveTo>
                  <a:pt x="0" y="0"/>
                </a:moveTo>
                <a:lnTo>
                  <a:pt x="334645" y="0"/>
                </a:lnTo>
                <a:lnTo>
                  <a:pt x="334645" y="334645"/>
                </a:lnTo>
                <a:lnTo>
                  <a:pt x="0" y="33464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2827123" y="7528704"/>
            <a:ext cx="334645" cy="334645"/>
          </a:xfrm>
          <a:custGeom>
            <a:avLst/>
            <a:gdLst/>
            <a:ahLst/>
            <a:cxnLst/>
            <a:rect r="r" b="b" t="t" l="l"/>
            <a:pathLst>
              <a:path h="334645" w="334645">
                <a:moveTo>
                  <a:pt x="0" y="0"/>
                </a:moveTo>
                <a:lnTo>
                  <a:pt x="334645" y="0"/>
                </a:lnTo>
                <a:lnTo>
                  <a:pt x="334645" y="334645"/>
                </a:lnTo>
                <a:lnTo>
                  <a:pt x="0" y="3346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0" id="50"/>
          <p:cNvSpPr txBox="true"/>
          <p:nvPr/>
        </p:nvSpPr>
        <p:spPr>
          <a:xfrm rot="0">
            <a:off x="7217291" y="7488624"/>
            <a:ext cx="271041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tent Strategy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125285" y="7488624"/>
            <a:ext cx="271041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Budg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et Overview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7026086" y="7528704"/>
            <a:ext cx="348927" cy="333225"/>
          </a:xfrm>
          <a:custGeom>
            <a:avLst/>
            <a:gdLst/>
            <a:ahLst/>
            <a:cxnLst/>
            <a:rect r="r" b="b" t="t" l="l"/>
            <a:pathLst>
              <a:path h="333225" w="348927">
                <a:moveTo>
                  <a:pt x="0" y="0"/>
                </a:moveTo>
                <a:lnTo>
                  <a:pt x="348926" y="0"/>
                </a:lnTo>
                <a:lnTo>
                  <a:pt x="348926" y="333225"/>
                </a:lnTo>
                <a:lnTo>
                  <a:pt x="0" y="333225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10903280" y="7530124"/>
            <a:ext cx="333225" cy="333225"/>
          </a:xfrm>
          <a:custGeom>
            <a:avLst/>
            <a:gdLst/>
            <a:ahLst/>
            <a:cxnLst/>
            <a:rect r="r" b="b" t="t" l="l"/>
            <a:pathLst>
              <a:path h="333225" w="333225">
                <a:moveTo>
                  <a:pt x="0" y="0"/>
                </a:moveTo>
                <a:lnTo>
                  <a:pt x="333225" y="0"/>
                </a:lnTo>
                <a:lnTo>
                  <a:pt x="333225" y="333225"/>
                </a:lnTo>
                <a:lnTo>
                  <a:pt x="0" y="33322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762000" y="8658415"/>
            <a:ext cx="250984" cy="334645"/>
          </a:xfrm>
          <a:custGeom>
            <a:avLst/>
            <a:gdLst/>
            <a:ahLst/>
            <a:cxnLst/>
            <a:rect r="r" b="b" t="t" l="l"/>
            <a:pathLst>
              <a:path h="334645" w="250984">
                <a:moveTo>
                  <a:pt x="0" y="0"/>
                </a:moveTo>
                <a:lnTo>
                  <a:pt x="250984" y="0"/>
                </a:lnTo>
                <a:lnTo>
                  <a:pt x="250984" y="334646"/>
                </a:lnTo>
                <a:lnTo>
                  <a:pt x="0" y="334646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5317043" y="8619756"/>
            <a:ext cx="306495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KPIs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&amp; Measurement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5048250" y="8658415"/>
            <a:ext cx="345440" cy="334645"/>
          </a:xfrm>
          <a:custGeom>
            <a:avLst/>
            <a:gdLst/>
            <a:ahLst/>
            <a:cxnLst/>
            <a:rect r="r" b="b" t="t" l="l"/>
            <a:pathLst>
              <a:path h="334645" w="345440">
                <a:moveTo>
                  <a:pt x="0" y="0"/>
                </a:moveTo>
                <a:lnTo>
                  <a:pt x="345440" y="0"/>
                </a:lnTo>
                <a:lnTo>
                  <a:pt x="345440" y="334646"/>
                </a:lnTo>
                <a:lnTo>
                  <a:pt x="0" y="334646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9334500" y="8658415"/>
            <a:ext cx="312475" cy="334645"/>
          </a:xfrm>
          <a:custGeom>
            <a:avLst/>
            <a:gdLst/>
            <a:ahLst/>
            <a:cxnLst/>
            <a:rect r="r" b="b" t="t" l="l"/>
            <a:pathLst>
              <a:path h="334645" w="312475">
                <a:moveTo>
                  <a:pt x="0" y="0"/>
                </a:moveTo>
                <a:lnTo>
                  <a:pt x="312475" y="0"/>
                </a:lnTo>
                <a:lnTo>
                  <a:pt x="312475" y="334646"/>
                </a:lnTo>
                <a:lnTo>
                  <a:pt x="0" y="334646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3211695" y="8658415"/>
            <a:ext cx="324606" cy="334645"/>
          </a:xfrm>
          <a:custGeom>
            <a:avLst/>
            <a:gdLst/>
            <a:ahLst/>
            <a:cxnLst/>
            <a:rect r="r" b="b" t="t" l="l"/>
            <a:pathLst>
              <a:path h="334645" w="324606">
                <a:moveTo>
                  <a:pt x="0" y="0"/>
                </a:moveTo>
                <a:lnTo>
                  <a:pt x="324605" y="0"/>
                </a:lnTo>
                <a:lnTo>
                  <a:pt x="324605" y="334646"/>
                </a:lnTo>
                <a:lnTo>
                  <a:pt x="0" y="334646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81000" y="3055621"/>
            <a:ext cx="5588000" cy="208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Table of Contents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130130" y="6360332"/>
            <a:ext cx="236606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arket Overview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063251" y="7488624"/>
            <a:ext cx="81458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USP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939714" y="6360332"/>
            <a:ext cx="271041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Go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als &amp; Objectives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363168" y="7488624"/>
            <a:ext cx="271041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arketing Channels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28700" y="8619756"/>
            <a:ext cx="306495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Tim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eline &amp; Roadmap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715500" y="8619756"/>
            <a:ext cx="252293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Risks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 &amp; Mitigation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415875" y="8619756"/>
            <a:ext cx="93634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Q&amp;A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270487" y="6360332"/>
            <a:ext cx="289102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Competitor Analysis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9526935">
            <a:off x="5886479" y="-4097906"/>
            <a:ext cx="15087542" cy="7687709"/>
          </a:xfrm>
          <a:custGeom>
            <a:avLst/>
            <a:gdLst/>
            <a:ahLst/>
            <a:cxnLst/>
            <a:rect r="r" b="b" t="t" l="l"/>
            <a:pathLst>
              <a:path h="7687709" w="15087542">
                <a:moveTo>
                  <a:pt x="0" y="0"/>
                </a:moveTo>
                <a:lnTo>
                  <a:pt x="15087542" y="0"/>
                </a:lnTo>
                <a:lnTo>
                  <a:pt x="15087542" y="7687709"/>
                </a:lnTo>
                <a:lnTo>
                  <a:pt x="0" y="7687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-158230"/>
            </a:stretch>
          </a:blipFill>
        </p:spPr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119769" y="4924992"/>
            <a:ext cx="5743624" cy="4912649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586725" y="5348835"/>
            <a:ext cx="5131301" cy="4426309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21519" y="4918086"/>
            <a:ext cx="5912104" cy="4914239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flipV="true">
            <a:off x="6077417" y="3699918"/>
            <a:ext cx="0" cy="575393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2046417" y="3699918"/>
            <a:ext cx="0" cy="575393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381000" y="1777131"/>
            <a:ext cx="89535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</a:t>
            </a: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arket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000" y="3728493"/>
            <a:ext cx="2984500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Current m</a:t>
            </a: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arket landscape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0500" y="3728493"/>
            <a:ext cx="3301054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T</a:t>
            </a: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rends &amp; emerging opportunities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509500" y="3728493"/>
            <a:ext cx="2984500" cy="788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Cust</a:t>
            </a: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omer needs &amp; expectations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-9538123">
            <a:off x="-3494946" y="6013871"/>
            <a:ext cx="15581518" cy="16754321"/>
          </a:xfrm>
          <a:custGeom>
            <a:avLst/>
            <a:gdLst/>
            <a:ahLst/>
            <a:cxnLst/>
            <a:rect r="r" b="b" t="t" l="l"/>
            <a:pathLst>
              <a:path h="16754321" w="15581518">
                <a:moveTo>
                  <a:pt x="0" y="16754321"/>
                </a:moveTo>
                <a:lnTo>
                  <a:pt x="15581518" y="16754321"/>
                </a:lnTo>
                <a:lnTo>
                  <a:pt x="15581518" y="0"/>
                </a:lnTo>
                <a:lnTo>
                  <a:pt x="0" y="0"/>
                </a:lnTo>
                <a:lnTo>
                  <a:pt x="0" y="16754321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1647441">
            <a:off x="11610137" y="-11572925"/>
            <a:ext cx="15581518" cy="16754321"/>
          </a:xfrm>
          <a:custGeom>
            <a:avLst/>
            <a:gdLst/>
            <a:ahLst/>
            <a:cxnLst/>
            <a:rect r="r" b="b" t="t" l="l"/>
            <a:pathLst>
              <a:path h="16754321" w="15581518">
                <a:moveTo>
                  <a:pt x="0" y="16754321"/>
                </a:moveTo>
                <a:lnTo>
                  <a:pt x="15581518" y="16754321"/>
                </a:lnTo>
                <a:lnTo>
                  <a:pt x="15581518" y="0"/>
                </a:lnTo>
                <a:lnTo>
                  <a:pt x="0" y="0"/>
                </a:lnTo>
                <a:lnTo>
                  <a:pt x="0" y="16754321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81000" y="4611234"/>
            <a:ext cx="2211331" cy="3218738"/>
            <a:chOff x="0" y="0"/>
            <a:chExt cx="777754" cy="1132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92556" y="0"/>
                  </a:moveTo>
                  <a:lnTo>
                    <a:pt x="585198" y="0"/>
                  </a:lnTo>
                  <a:cubicBezTo>
                    <a:pt x="636267" y="0"/>
                    <a:pt x="685244" y="20287"/>
                    <a:pt x="721355" y="56398"/>
                  </a:cubicBezTo>
                  <a:cubicBezTo>
                    <a:pt x="757467" y="92510"/>
                    <a:pt x="777754" y="141487"/>
                    <a:pt x="777754" y="192556"/>
                  </a:cubicBezTo>
                  <a:lnTo>
                    <a:pt x="777754" y="939516"/>
                  </a:lnTo>
                  <a:cubicBezTo>
                    <a:pt x="777754" y="990585"/>
                    <a:pt x="757467" y="1039562"/>
                    <a:pt x="721355" y="1075674"/>
                  </a:cubicBezTo>
                  <a:cubicBezTo>
                    <a:pt x="685244" y="1111785"/>
                    <a:pt x="636267" y="1132072"/>
                    <a:pt x="585198" y="1132072"/>
                  </a:cubicBezTo>
                  <a:lnTo>
                    <a:pt x="192556" y="1132072"/>
                  </a:lnTo>
                  <a:cubicBezTo>
                    <a:pt x="86210" y="1132072"/>
                    <a:pt x="0" y="1045862"/>
                    <a:pt x="0" y="939516"/>
                  </a:cubicBezTo>
                  <a:lnTo>
                    <a:pt x="0" y="192556"/>
                  </a:lnTo>
                  <a:cubicBezTo>
                    <a:pt x="0" y="86210"/>
                    <a:pt x="86210" y="0"/>
                    <a:pt x="192556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34631" y="4611234"/>
            <a:ext cx="2211331" cy="3218738"/>
            <a:chOff x="0" y="0"/>
            <a:chExt cx="777754" cy="11320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92556" y="0"/>
                  </a:moveTo>
                  <a:lnTo>
                    <a:pt x="585198" y="0"/>
                  </a:lnTo>
                  <a:cubicBezTo>
                    <a:pt x="636267" y="0"/>
                    <a:pt x="685244" y="20287"/>
                    <a:pt x="721355" y="56398"/>
                  </a:cubicBezTo>
                  <a:cubicBezTo>
                    <a:pt x="757467" y="92510"/>
                    <a:pt x="777754" y="141487"/>
                    <a:pt x="777754" y="192556"/>
                  </a:cubicBezTo>
                  <a:lnTo>
                    <a:pt x="777754" y="939516"/>
                  </a:lnTo>
                  <a:cubicBezTo>
                    <a:pt x="777754" y="990585"/>
                    <a:pt x="757467" y="1039562"/>
                    <a:pt x="721355" y="1075674"/>
                  </a:cubicBezTo>
                  <a:cubicBezTo>
                    <a:pt x="685244" y="1111785"/>
                    <a:pt x="636267" y="1132072"/>
                    <a:pt x="585198" y="1132072"/>
                  </a:cubicBezTo>
                  <a:lnTo>
                    <a:pt x="192556" y="1132072"/>
                  </a:lnTo>
                  <a:cubicBezTo>
                    <a:pt x="86210" y="1132072"/>
                    <a:pt x="0" y="1045862"/>
                    <a:pt x="0" y="939516"/>
                  </a:cubicBezTo>
                  <a:lnTo>
                    <a:pt x="0" y="192556"/>
                  </a:lnTo>
                  <a:cubicBezTo>
                    <a:pt x="0" y="86210"/>
                    <a:pt x="86210" y="0"/>
                    <a:pt x="192556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958151" y="4611234"/>
            <a:ext cx="2211331" cy="3218738"/>
            <a:chOff x="0" y="0"/>
            <a:chExt cx="777754" cy="11320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92556" y="0"/>
                  </a:moveTo>
                  <a:lnTo>
                    <a:pt x="585198" y="0"/>
                  </a:lnTo>
                  <a:cubicBezTo>
                    <a:pt x="636267" y="0"/>
                    <a:pt x="685244" y="20287"/>
                    <a:pt x="721355" y="56398"/>
                  </a:cubicBezTo>
                  <a:cubicBezTo>
                    <a:pt x="757467" y="92510"/>
                    <a:pt x="777754" y="141487"/>
                    <a:pt x="777754" y="192556"/>
                  </a:cubicBezTo>
                  <a:lnTo>
                    <a:pt x="777754" y="939516"/>
                  </a:lnTo>
                  <a:cubicBezTo>
                    <a:pt x="777754" y="990585"/>
                    <a:pt x="757467" y="1039562"/>
                    <a:pt x="721355" y="1075674"/>
                  </a:cubicBezTo>
                  <a:cubicBezTo>
                    <a:pt x="685244" y="1111785"/>
                    <a:pt x="636267" y="1132072"/>
                    <a:pt x="585198" y="1132072"/>
                  </a:cubicBezTo>
                  <a:lnTo>
                    <a:pt x="192556" y="1132072"/>
                  </a:lnTo>
                  <a:cubicBezTo>
                    <a:pt x="86210" y="1132072"/>
                    <a:pt x="0" y="1045862"/>
                    <a:pt x="0" y="939516"/>
                  </a:cubicBezTo>
                  <a:lnTo>
                    <a:pt x="0" y="192556"/>
                  </a:lnTo>
                  <a:cubicBezTo>
                    <a:pt x="0" y="86210"/>
                    <a:pt x="86210" y="0"/>
                    <a:pt x="192556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11782" y="4611234"/>
            <a:ext cx="2211331" cy="3218738"/>
            <a:chOff x="0" y="0"/>
            <a:chExt cx="777754" cy="11320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92556" y="0"/>
                  </a:moveTo>
                  <a:lnTo>
                    <a:pt x="585198" y="0"/>
                  </a:lnTo>
                  <a:cubicBezTo>
                    <a:pt x="636267" y="0"/>
                    <a:pt x="685244" y="20287"/>
                    <a:pt x="721355" y="56398"/>
                  </a:cubicBezTo>
                  <a:cubicBezTo>
                    <a:pt x="757467" y="92510"/>
                    <a:pt x="777754" y="141487"/>
                    <a:pt x="777754" y="192556"/>
                  </a:cubicBezTo>
                  <a:lnTo>
                    <a:pt x="777754" y="939516"/>
                  </a:lnTo>
                  <a:cubicBezTo>
                    <a:pt x="777754" y="990585"/>
                    <a:pt x="757467" y="1039562"/>
                    <a:pt x="721355" y="1075674"/>
                  </a:cubicBezTo>
                  <a:cubicBezTo>
                    <a:pt x="685244" y="1111785"/>
                    <a:pt x="636267" y="1132072"/>
                    <a:pt x="585198" y="1132072"/>
                  </a:cubicBezTo>
                  <a:lnTo>
                    <a:pt x="192556" y="1132072"/>
                  </a:lnTo>
                  <a:cubicBezTo>
                    <a:pt x="86210" y="1132072"/>
                    <a:pt x="0" y="1045862"/>
                    <a:pt x="0" y="939516"/>
                  </a:cubicBezTo>
                  <a:lnTo>
                    <a:pt x="0" y="192556"/>
                  </a:lnTo>
                  <a:cubicBezTo>
                    <a:pt x="0" y="86210"/>
                    <a:pt x="86210" y="0"/>
                    <a:pt x="192556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688262" y="4611234"/>
            <a:ext cx="2211331" cy="3218738"/>
            <a:chOff x="0" y="0"/>
            <a:chExt cx="777754" cy="113207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92556" y="0"/>
                  </a:moveTo>
                  <a:lnTo>
                    <a:pt x="585198" y="0"/>
                  </a:lnTo>
                  <a:cubicBezTo>
                    <a:pt x="636267" y="0"/>
                    <a:pt x="685244" y="20287"/>
                    <a:pt x="721355" y="56398"/>
                  </a:cubicBezTo>
                  <a:cubicBezTo>
                    <a:pt x="757467" y="92510"/>
                    <a:pt x="777754" y="141487"/>
                    <a:pt x="777754" y="192556"/>
                  </a:cubicBezTo>
                  <a:lnTo>
                    <a:pt x="777754" y="939516"/>
                  </a:lnTo>
                  <a:cubicBezTo>
                    <a:pt x="777754" y="990585"/>
                    <a:pt x="757467" y="1039562"/>
                    <a:pt x="721355" y="1075674"/>
                  </a:cubicBezTo>
                  <a:cubicBezTo>
                    <a:pt x="685244" y="1111785"/>
                    <a:pt x="636267" y="1132072"/>
                    <a:pt x="585198" y="1132072"/>
                  </a:cubicBezTo>
                  <a:lnTo>
                    <a:pt x="192556" y="1132072"/>
                  </a:lnTo>
                  <a:cubicBezTo>
                    <a:pt x="86210" y="1132072"/>
                    <a:pt x="0" y="1045862"/>
                    <a:pt x="0" y="939516"/>
                  </a:cubicBezTo>
                  <a:lnTo>
                    <a:pt x="0" y="192556"/>
                  </a:lnTo>
                  <a:cubicBezTo>
                    <a:pt x="0" y="86210"/>
                    <a:pt x="86210" y="0"/>
                    <a:pt x="192556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400000">
            <a:off x="384153" y="5612294"/>
            <a:ext cx="3212432" cy="3218738"/>
            <a:chOff x="0" y="0"/>
            <a:chExt cx="1129854" cy="11320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298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29854">
                  <a:moveTo>
                    <a:pt x="132549" y="0"/>
                  </a:moveTo>
                  <a:lnTo>
                    <a:pt x="997305" y="0"/>
                  </a:lnTo>
                  <a:cubicBezTo>
                    <a:pt x="1032459" y="0"/>
                    <a:pt x="1066174" y="13965"/>
                    <a:pt x="1091031" y="38823"/>
                  </a:cubicBezTo>
                  <a:cubicBezTo>
                    <a:pt x="1115889" y="63681"/>
                    <a:pt x="1129854" y="97395"/>
                    <a:pt x="1129854" y="132549"/>
                  </a:cubicBezTo>
                  <a:lnTo>
                    <a:pt x="1129854" y="999523"/>
                  </a:lnTo>
                  <a:cubicBezTo>
                    <a:pt x="1129854" y="1072728"/>
                    <a:pt x="1070510" y="1132072"/>
                    <a:pt x="997305" y="1132072"/>
                  </a:cubicBezTo>
                  <a:lnTo>
                    <a:pt x="132549" y="1132072"/>
                  </a:lnTo>
                  <a:cubicBezTo>
                    <a:pt x="59344" y="1132072"/>
                    <a:pt x="0" y="1072728"/>
                    <a:pt x="0" y="999523"/>
                  </a:cubicBezTo>
                  <a:lnTo>
                    <a:pt x="0" y="132549"/>
                  </a:lnTo>
                  <a:cubicBezTo>
                    <a:pt x="0" y="59344"/>
                    <a:pt x="59344" y="0"/>
                    <a:pt x="132549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1298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400000">
            <a:off x="7537784" y="5612294"/>
            <a:ext cx="3212432" cy="3218738"/>
            <a:chOff x="0" y="0"/>
            <a:chExt cx="1129854" cy="113207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298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29854">
                  <a:moveTo>
                    <a:pt x="132549" y="0"/>
                  </a:moveTo>
                  <a:lnTo>
                    <a:pt x="997305" y="0"/>
                  </a:lnTo>
                  <a:cubicBezTo>
                    <a:pt x="1032459" y="0"/>
                    <a:pt x="1066174" y="13965"/>
                    <a:pt x="1091031" y="38823"/>
                  </a:cubicBezTo>
                  <a:cubicBezTo>
                    <a:pt x="1115889" y="63681"/>
                    <a:pt x="1129854" y="97395"/>
                    <a:pt x="1129854" y="132549"/>
                  </a:cubicBezTo>
                  <a:lnTo>
                    <a:pt x="1129854" y="999523"/>
                  </a:lnTo>
                  <a:cubicBezTo>
                    <a:pt x="1129854" y="1072728"/>
                    <a:pt x="1070510" y="1132072"/>
                    <a:pt x="997305" y="1132072"/>
                  </a:cubicBezTo>
                  <a:lnTo>
                    <a:pt x="132549" y="1132072"/>
                  </a:lnTo>
                  <a:cubicBezTo>
                    <a:pt x="59344" y="1132072"/>
                    <a:pt x="0" y="1072728"/>
                    <a:pt x="0" y="999523"/>
                  </a:cubicBezTo>
                  <a:lnTo>
                    <a:pt x="0" y="132549"/>
                  </a:lnTo>
                  <a:cubicBezTo>
                    <a:pt x="0" y="59344"/>
                    <a:pt x="59344" y="0"/>
                    <a:pt x="132549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1298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-5400000">
            <a:off x="3961304" y="5612294"/>
            <a:ext cx="3212432" cy="3218738"/>
            <a:chOff x="0" y="0"/>
            <a:chExt cx="1129854" cy="11320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298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29854">
                  <a:moveTo>
                    <a:pt x="132549" y="0"/>
                  </a:moveTo>
                  <a:lnTo>
                    <a:pt x="997305" y="0"/>
                  </a:lnTo>
                  <a:cubicBezTo>
                    <a:pt x="1032459" y="0"/>
                    <a:pt x="1066174" y="13965"/>
                    <a:pt x="1091031" y="38823"/>
                  </a:cubicBezTo>
                  <a:cubicBezTo>
                    <a:pt x="1115889" y="63681"/>
                    <a:pt x="1129854" y="97395"/>
                    <a:pt x="1129854" y="132549"/>
                  </a:cubicBezTo>
                  <a:lnTo>
                    <a:pt x="1129854" y="999523"/>
                  </a:lnTo>
                  <a:cubicBezTo>
                    <a:pt x="1129854" y="1072728"/>
                    <a:pt x="1070510" y="1132072"/>
                    <a:pt x="997305" y="1132072"/>
                  </a:cubicBezTo>
                  <a:lnTo>
                    <a:pt x="132549" y="1132072"/>
                  </a:lnTo>
                  <a:cubicBezTo>
                    <a:pt x="59344" y="1132072"/>
                    <a:pt x="0" y="1072728"/>
                    <a:pt x="0" y="999523"/>
                  </a:cubicBezTo>
                  <a:lnTo>
                    <a:pt x="0" y="132549"/>
                  </a:lnTo>
                  <a:cubicBezTo>
                    <a:pt x="0" y="59344"/>
                    <a:pt x="59344" y="0"/>
                    <a:pt x="132549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1298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-5400000">
            <a:off x="11114935" y="5612294"/>
            <a:ext cx="3212432" cy="3218738"/>
            <a:chOff x="0" y="0"/>
            <a:chExt cx="1129854" cy="113207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98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29854">
                  <a:moveTo>
                    <a:pt x="132549" y="0"/>
                  </a:moveTo>
                  <a:lnTo>
                    <a:pt x="997305" y="0"/>
                  </a:lnTo>
                  <a:cubicBezTo>
                    <a:pt x="1032459" y="0"/>
                    <a:pt x="1066174" y="13965"/>
                    <a:pt x="1091031" y="38823"/>
                  </a:cubicBezTo>
                  <a:cubicBezTo>
                    <a:pt x="1115889" y="63681"/>
                    <a:pt x="1129854" y="97395"/>
                    <a:pt x="1129854" y="132549"/>
                  </a:cubicBezTo>
                  <a:lnTo>
                    <a:pt x="1129854" y="999523"/>
                  </a:lnTo>
                  <a:cubicBezTo>
                    <a:pt x="1129854" y="1072728"/>
                    <a:pt x="1070510" y="1132072"/>
                    <a:pt x="997305" y="1132072"/>
                  </a:cubicBezTo>
                  <a:lnTo>
                    <a:pt x="132549" y="1132072"/>
                  </a:lnTo>
                  <a:cubicBezTo>
                    <a:pt x="59344" y="1132072"/>
                    <a:pt x="0" y="1072728"/>
                    <a:pt x="0" y="999523"/>
                  </a:cubicBezTo>
                  <a:lnTo>
                    <a:pt x="0" y="132549"/>
                  </a:lnTo>
                  <a:cubicBezTo>
                    <a:pt x="0" y="59344"/>
                    <a:pt x="59344" y="0"/>
                    <a:pt x="132549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1298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-5400000">
            <a:off x="14691415" y="5612294"/>
            <a:ext cx="3212432" cy="3218738"/>
            <a:chOff x="0" y="0"/>
            <a:chExt cx="1129854" cy="113207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298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29854">
                  <a:moveTo>
                    <a:pt x="132549" y="0"/>
                  </a:moveTo>
                  <a:lnTo>
                    <a:pt x="997305" y="0"/>
                  </a:lnTo>
                  <a:cubicBezTo>
                    <a:pt x="1032459" y="0"/>
                    <a:pt x="1066174" y="13965"/>
                    <a:pt x="1091031" y="38823"/>
                  </a:cubicBezTo>
                  <a:cubicBezTo>
                    <a:pt x="1115889" y="63681"/>
                    <a:pt x="1129854" y="97395"/>
                    <a:pt x="1129854" y="132549"/>
                  </a:cubicBezTo>
                  <a:lnTo>
                    <a:pt x="1129854" y="999523"/>
                  </a:lnTo>
                  <a:cubicBezTo>
                    <a:pt x="1129854" y="1072728"/>
                    <a:pt x="1070510" y="1132072"/>
                    <a:pt x="997305" y="1132072"/>
                  </a:cubicBezTo>
                  <a:lnTo>
                    <a:pt x="132549" y="1132072"/>
                  </a:lnTo>
                  <a:cubicBezTo>
                    <a:pt x="59344" y="1132072"/>
                    <a:pt x="0" y="1072728"/>
                    <a:pt x="0" y="999523"/>
                  </a:cubicBezTo>
                  <a:lnTo>
                    <a:pt x="0" y="132549"/>
                  </a:lnTo>
                  <a:cubicBezTo>
                    <a:pt x="0" y="59344"/>
                    <a:pt x="59344" y="0"/>
                    <a:pt x="132549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1298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717219" y="4611234"/>
            <a:ext cx="882519" cy="88251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294370" y="4611234"/>
            <a:ext cx="882519" cy="882519"/>
            <a:chOff x="0" y="0"/>
            <a:chExt cx="812800" cy="8128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4" id="44"/>
          <p:cNvSpPr/>
          <p:nvPr/>
        </p:nvSpPr>
        <p:spPr>
          <a:xfrm flipH="false" flipV="false" rot="0">
            <a:off x="2119868" y="5142985"/>
            <a:ext cx="944925" cy="944925"/>
          </a:xfrm>
          <a:custGeom>
            <a:avLst/>
            <a:gdLst/>
            <a:ahLst/>
            <a:cxnLst/>
            <a:rect r="r" b="b" t="t" l="l"/>
            <a:pathLst>
              <a:path h="944925" w="944925">
                <a:moveTo>
                  <a:pt x="0" y="0"/>
                </a:moveTo>
                <a:lnTo>
                  <a:pt x="944925" y="0"/>
                </a:lnTo>
                <a:lnTo>
                  <a:pt x="944925" y="944925"/>
                </a:lnTo>
                <a:lnTo>
                  <a:pt x="0" y="944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273499" y="5142985"/>
            <a:ext cx="944925" cy="944925"/>
          </a:xfrm>
          <a:custGeom>
            <a:avLst/>
            <a:gdLst/>
            <a:ahLst/>
            <a:cxnLst/>
            <a:rect r="r" b="b" t="t" l="l"/>
            <a:pathLst>
              <a:path h="944925" w="944925">
                <a:moveTo>
                  <a:pt x="0" y="0"/>
                </a:moveTo>
                <a:lnTo>
                  <a:pt x="944925" y="0"/>
                </a:lnTo>
                <a:lnTo>
                  <a:pt x="944925" y="944925"/>
                </a:lnTo>
                <a:lnTo>
                  <a:pt x="0" y="944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697019" y="5142985"/>
            <a:ext cx="944925" cy="944925"/>
          </a:xfrm>
          <a:custGeom>
            <a:avLst/>
            <a:gdLst/>
            <a:ahLst/>
            <a:cxnLst/>
            <a:rect r="r" b="b" t="t" l="l"/>
            <a:pathLst>
              <a:path h="944925" w="944925">
                <a:moveTo>
                  <a:pt x="0" y="0"/>
                </a:moveTo>
                <a:lnTo>
                  <a:pt x="944925" y="0"/>
                </a:lnTo>
                <a:lnTo>
                  <a:pt x="944925" y="944925"/>
                </a:lnTo>
                <a:lnTo>
                  <a:pt x="0" y="94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2850650" y="5142985"/>
            <a:ext cx="944925" cy="944925"/>
          </a:xfrm>
          <a:custGeom>
            <a:avLst/>
            <a:gdLst/>
            <a:ahLst/>
            <a:cxnLst/>
            <a:rect r="r" b="b" t="t" l="l"/>
            <a:pathLst>
              <a:path h="944925" w="944925">
                <a:moveTo>
                  <a:pt x="0" y="0"/>
                </a:moveTo>
                <a:lnTo>
                  <a:pt x="944925" y="0"/>
                </a:lnTo>
                <a:lnTo>
                  <a:pt x="944925" y="944925"/>
                </a:lnTo>
                <a:lnTo>
                  <a:pt x="0" y="94492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6427130" y="5142985"/>
            <a:ext cx="944925" cy="944925"/>
          </a:xfrm>
          <a:custGeom>
            <a:avLst/>
            <a:gdLst/>
            <a:ahLst/>
            <a:cxnLst/>
            <a:rect r="r" b="b" t="t" l="l"/>
            <a:pathLst>
              <a:path h="944925" w="944925">
                <a:moveTo>
                  <a:pt x="0" y="0"/>
                </a:moveTo>
                <a:lnTo>
                  <a:pt x="944925" y="0"/>
                </a:lnTo>
                <a:lnTo>
                  <a:pt x="944925" y="944925"/>
                </a:lnTo>
                <a:lnTo>
                  <a:pt x="0" y="944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2925129" y="4819144"/>
            <a:ext cx="466699" cy="466699"/>
          </a:xfrm>
          <a:custGeom>
            <a:avLst/>
            <a:gdLst/>
            <a:ahLst/>
            <a:cxnLst/>
            <a:rect r="r" b="b" t="t" l="l"/>
            <a:pathLst>
              <a:path h="466699" w="466699">
                <a:moveTo>
                  <a:pt x="0" y="0"/>
                </a:moveTo>
                <a:lnTo>
                  <a:pt x="466699" y="0"/>
                </a:lnTo>
                <a:lnTo>
                  <a:pt x="466699" y="466699"/>
                </a:lnTo>
                <a:lnTo>
                  <a:pt x="0" y="46669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9871521" y="4611234"/>
            <a:ext cx="882519" cy="882519"/>
            <a:chOff x="0" y="0"/>
            <a:chExt cx="812800" cy="812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2" id="5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3448672" y="4611234"/>
            <a:ext cx="882519" cy="882519"/>
            <a:chOff x="0" y="0"/>
            <a:chExt cx="812800" cy="812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5" id="5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25822" y="4611234"/>
            <a:ext cx="882519" cy="882519"/>
            <a:chOff x="0" y="0"/>
            <a:chExt cx="812800" cy="812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8" id="5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9" id="59"/>
          <p:cNvSpPr/>
          <p:nvPr/>
        </p:nvSpPr>
        <p:spPr>
          <a:xfrm flipH="false" flipV="false" rot="0">
            <a:off x="6492557" y="4819144"/>
            <a:ext cx="486145" cy="466699"/>
          </a:xfrm>
          <a:custGeom>
            <a:avLst/>
            <a:gdLst/>
            <a:ahLst/>
            <a:cxnLst/>
            <a:rect r="r" b="b" t="t" l="l"/>
            <a:pathLst>
              <a:path h="466699" w="486145">
                <a:moveTo>
                  <a:pt x="0" y="0"/>
                </a:moveTo>
                <a:lnTo>
                  <a:pt x="486145" y="0"/>
                </a:lnTo>
                <a:lnTo>
                  <a:pt x="486145" y="466699"/>
                </a:lnTo>
                <a:lnTo>
                  <a:pt x="0" y="46669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10117350" y="4819144"/>
            <a:ext cx="390861" cy="466699"/>
          </a:xfrm>
          <a:custGeom>
            <a:avLst/>
            <a:gdLst/>
            <a:ahLst/>
            <a:cxnLst/>
            <a:rect r="r" b="b" t="t" l="l"/>
            <a:pathLst>
              <a:path h="466699" w="390861">
                <a:moveTo>
                  <a:pt x="0" y="0"/>
                </a:moveTo>
                <a:lnTo>
                  <a:pt x="390861" y="0"/>
                </a:lnTo>
                <a:lnTo>
                  <a:pt x="390861" y="466699"/>
                </a:lnTo>
                <a:lnTo>
                  <a:pt x="0" y="4666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13636978" y="4819144"/>
            <a:ext cx="505907" cy="466699"/>
          </a:xfrm>
          <a:custGeom>
            <a:avLst/>
            <a:gdLst/>
            <a:ahLst/>
            <a:cxnLst/>
            <a:rect r="r" b="b" t="t" l="l"/>
            <a:pathLst>
              <a:path h="466699" w="505907">
                <a:moveTo>
                  <a:pt x="0" y="0"/>
                </a:moveTo>
                <a:lnTo>
                  <a:pt x="505907" y="0"/>
                </a:lnTo>
                <a:lnTo>
                  <a:pt x="505907" y="466699"/>
                </a:lnTo>
                <a:lnTo>
                  <a:pt x="0" y="46669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17233732" y="4819144"/>
            <a:ext cx="466699" cy="466699"/>
          </a:xfrm>
          <a:custGeom>
            <a:avLst/>
            <a:gdLst/>
            <a:ahLst/>
            <a:cxnLst/>
            <a:rect r="r" b="b" t="t" l="l"/>
            <a:pathLst>
              <a:path h="466699" w="466699">
                <a:moveTo>
                  <a:pt x="0" y="0"/>
                </a:moveTo>
                <a:lnTo>
                  <a:pt x="466700" y="0"/>
                </a:lnTo>
                <a:lnTo>
                  <a:pt x="466700" y="466699"/>
                </a:lnTo>
                <a:lnTo>
                  <a:pt x="0" y="46669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873250" y="1681881"/>
            <a:ext cx="145415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SMART M</a:t>
            </a: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arketing Goals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666750" y="4925559"/>
            <a:ext cx="514783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666750" y="6959074"/>
            <a:ext cx="2317750" cy="3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799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Specific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4243901" y="6959074"/>
            <a:ext cx="2317750" cy="3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799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Measurable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4243901" y="4925559"/>
            <a:ext cx="514783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7824589" y="4925559"/>
            <a:ext cx="514783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401740" y="4925559"/>
            <a:ext cx="514783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4974012" y="4925559"/>
            <a:ext cx="514783" cy="601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48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T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7821052" y="6959074"/>
            <a:ext cx="2317750" cy="3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799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Achievable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1398202" y="6959074"/>
            <a:ext cx="2317750" cy="3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799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Relevant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4975353" y="6959074"/>
            <a:ext cx="2317750" cy="349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19"/>
              </a:lnSpc>
            </a:pPr>
            <a:r>
              <a:rPr lang="en-US" sz="2799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Timed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666750" y="7580104"/>
            <a:ext cx="264370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sum dolor sit amet, consectetur.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4243901" y="7580104"/>
            <a:ext cx="264303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</a:t>
            </a:r>
            <a:r>
              <a:rPr lang="en-US" b="true" sz="2100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em ipsum dolor sit amet, consectetur.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7821052" y="7580104"/>
            <a:ext cx="264303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</a:t>
            </a:r>
            <a:r>
              <a:rPr lang="en-US" b="true" sz="2100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sit amet, consectetur.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398202" y="7580104"/>
            <a:ext cx="257166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</a:t>
            </a:r>
            <a:r>
              <a:rPr lang="en-US" b="true" sz="2100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sit amet, consectetur.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4975353" y="7580104"/>
            <a:ext cx="264899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81000" y="1674016"/>
            <a:ext cx="5969000" cy="8041484"/>
            <a:chOff x="0" y="0"/>
            <a:chExt cx="10993017" cy="14809880"/>
          </a:xfrm>
        </p:grpSpPr>
        <p:sp>
          <p:nvSpPr>
            <p:cNvPr name="Freeform 7" id="7"/>
            <p:cNvSpPr/>
            <p:nvPr/>
          </p:nvSpPr>
          <p:spPr>
            <a:xfrm flipH="true" flipV="false" rot="0">
              <a:off x="0" y="0"/>
              <a:ext cx="10993017" cy="14809881"/>
            </a:xfrm>
            <a:custGeom>
              <a:avLst/>
              <a:gdLst/>
              <a:ahLst/>
              <a:cxnLst/>
              <a:rect r="r" b="b" t="t" l="l"/>
              <a:pathLst>
                <a:path h="14809881" w="10993017">
                  <a:moveTo>
                    <a:pt x="3665785" y="0"/>
                  </a:moveTo>
                  <a:lnTo>
                    <a:pt x="6203139" y="0"/>
                  </a:lnTo>
                  <a:cubicBezTo>
                    <a:pt x="6501651" y="0"/>
                    <a:pt x="6787936" y="118583"/>
                    <a:pt x="6999015" y="329663"/>
                  </a:cubicBezTo>
                  <a:cubicBezTo>
                    <a:pt x="7210095" y="540742"/>
                    <a:pt x="7328678" y="827027"/>
                    <a:pt x="7328678" y="1125539"/>
                  </a:cubicBezTo>
                  <a:lnTo>
                    <a:pt x="7328678" y="3811088"/>
                  </a:lnTo>
                  <a:cubicBezTo>
                    <a:pt x="7328678" y="4432706"/>
                    <a:pt x="7832599" y="4936627"/>
                    <a:pt x="8454217" y="4936627"/>
                  </a:cubicBezTo>
                  <a:lnTo>
                    <a:pt x="9867479" y="4936627"/>
                  </a:lnTo>
                  <a:cubicBezTo>
                    <a:pt x="10165990" y="4936627"/>
                    <a:pt x="10452275" y="5055210"/>
                    <a:pt x="10663355" y="5266289"/>
                  </a:cubicBezTo>
                  <a:cubicBezTo>
                    <a:pt x="10874434" y="5477369"/>
                    <a:pt x="10993017" y="5763654"/>
                    <a:pt x="10993017" y="6062165"/>
                  </a:cubicBezTo>
                  <a:moveTo>
                    <a:pt x="10993017" y="9873253"/>
                  </a:moveTo>
                  <a:lnTo>
                    <a:pt x="10993017" y="13684341"/>
                  </a:lnTo>
                  <a:cubicBezTo>
                    <a:pt x="10993017" y="13982853"/>
                    <a:pt x="10874434" y="14269138"/>
                    <a:pt x="10663355" y="14480218"/>
                  </a:cubicBezTo>
                  <a:cubicBezTo>
                    <a:pt x="10452275" y="14691297"/>
                    <a:pt x="10165990" y="14809881"/>
                    <a:pt x="9867479" y="14809881"/>
                  </a:cubicBezTo>
                  <a:lnTo>
                    <a:pt x="8454217" y="14809881"/>
                  </a:lnTo>
                  <a:cubicBezTo>
                    <a:pt x="8155706" y="14809881"/>
                    <a:pt x="7869420" y="14691297"/>
                    <a:pt x="7658341" y="14480218"/>
                  </a:cubicBezTo>
                  <a:cubicBezTo>
                    <a:pt x="7447261" y="14269138"/>
                    <a:pt x="7328678" y="13982853"/>
                    <a:pt x="7328678" y="13684341"/>
                  </a:cubicBezTo>
                  <a:lnTo>
                    <a:pt x="7328678" y="10996846"/>
                  </a:lnTo>
                  <a:cubicBezTo>
                    <a:pt x="7328678" y="10698334"/>
                    <a:pt x="7210095" y="10412049"/>
                    <a:pt x="6999015" y="10200970"/>
                  </a:cubicBezTo>
                  <a:cubicBezTo>
                    <a:pt x="6787936" y="9989890"/>
                    <a:pt x="6501651" y="9871307"/>
                    <a:pt x="6203139" y="9871307"/>
                  </a:cubicBezTo>
                  <a:moveTo>
                    <a:pt x="3664339" y="9871307"/>
                  </a:moveTo>
                  <a:lnTo>
                    <a:pt x="1125539" y="9871307"/>
                  </a:lnTo>
                  <a:cubicBezTo>
                    <a:pt x="827027" y="9871307"/>
                    <a:pt x="540742" y="9752723"/>
                    <a:pt x="329663" y="9541644"/>
                  </a:cubicBezTo>
                  <a:cubicBezTo>
                    <a:pt x="118583" y="9330565"/>
                    <a:pt x="0" y="9044280"/>
                    <a:pt x="0" y="8745768"/>
                  </a:cubicBezTo>
                  <a:moveTo>
                    <a:pt x="0" y="4936627"/>
                  </a:moveTo>
                  <a:lnTo>
                    <a:pt x="0" y="1125539"/>
                  </a:lnTo>
                  <a:cubicBezTo>
                    <a:pt x="0" y="827027"/>
                    <a:pt x="118583" y="540742"/>
                    <a:pt x="329663" y="329663"/>
                  </a:cubicBezTo>
                  <a:cubicBezTo>
                    <a:pt x="540742" y="118583"/>
                    <a:pt x="827027" y="0"/>
                    <a:pt x="1125539" y="0"/>
                  </a:cubicBezTo>
                  <a:close/>
                </a:path>
              </a:pathLst>
            </a:custGeom>
            <a:blipFill>
              <a:blip r:embed="rId4"/>
              <a:stretch>
                <a:fillRect l="-17988" t="-6712" r="0" b="-2449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36623" y="7285778"/>
            <a:ext cx="3713377" cy="2429722"/>
            <a:chOff x="0" y="0"/>
            <a:chExt cx="978009" cy="6399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78009" cy="639927"/>
            </a:xfrm>
            <a:custGeom>
              <a:avLst/>
              <a:gdLst/>
              <a:ahLst/>
              <a:cxnLst/>
              <a:rect r="r" b="b" t="t" l="l"/>
              <a:pathLst>
                <a:path h="639927" w="978009">
                  <a:moveTo>
                    <a:pt x="125092" y="0"/>
                  </a:moveTo>
                  <a:lnTo>
                    <a:pt x="852916" y="0"/>
                  </a:lnTo>
                  <a:cubicBezTo>
                    <a:pt x="886093" y="0"/>
                    <a:pt x="917911" y="13179"/>
                    <a:pt x="941370" y="36639"/>
                  </a:cubicBezTo>
                  <a:cubicBezTo>
                    <a:pt x="964829" y="60098"/>
                    <a:pt x="978009" y="91916"/>
                    <a:pt x="978009" y="125092"/>
                  </a:cubicBezTo>
                  <a:lnTo>
                    <a:pt x="978009" y="514834"/>
                  </a:lnTo>
                  <a:cubicBezTo>
                    <a:pt x="978009" y="583921"/>
                    <a:pt x="922003" y="639927"/>
                    <a:pt x="852916" y="639927"/>
                  </a:cubicBezTo>
                  <a:lnTo>
                    <a:pt x="125092" y="639927"/>
                  </a:lnTo>
                  <a:cubicBezTo>
                    <a:pt x="91916" y="639927"/>
                    <a:pt x="60098" y="626747"/>
                    <a:pt x="36639" y="603288"/>
                  </a:cubicBezTo>
                  <a:cubicBezTo>
                    <a:pt x="13179" y="579829"/>
                    <a:pt x="0" y="548011"/>
                    <a:pt x="0" y="514834"/>
                  </a:cubicBezTo>
                  <a:lnTo>
                    <a:pt x="0" y="125092"/>
                  </a:lnTo>
                  <a:cubicBezTo>
                    <a:pt x="0" y="91916"/>
                    <a:pt x="13179" y="60098"/>
                    <a:pt x="36639" y="36639"/>
                  </a:cubicBezTo>
                  <a:cubicBezTo>
                    <a:pt x="60098" y="13179"/>
                    <a:pt x="91916" y="0"/>
                    <a:pt x="12509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78009" cy="67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81000" y="1674016"/>
            <a:ext cx="1701807" cy="2429722"/>
            <a:chOff x="0" y="0"/>
            <a:chExt cx="448213" cy="6399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8213" cy="639927"/>
            </a:xfrm>
            <a:custGeom>
              <a:avLst/>
              <a:gdLst/>
              <a:ahLst/>
              <a:cxnLst/>
              <a:rect r="r" b="b" t="t" l="l"/>
              <a:pathLst>
                <a:path h="639927" w="448213">
                  <a:moveTo>
                    <a:pt x="224106" y="0"/>
                  </a:moveTo>
                  <a:lnTo>
                    <a:pt x="224106" y="0"/>
                  </a:lnTo>
                  <a:cubicBezTo>
                    <a:pt x="283543" y="0"/>
                    <a:pt x="340545" y="23611"/>
                    <a:pt x="382573" y="65639"/>
                  </a:cubicBezTo>
                  <a:cubicBezTo>
                    <a:pt x="424602" y="107667"/>
                    <a:pt x="448213" y="164670"/>
                    <a:pt x="448213" y="224106"/>
                  </a:cubicBezTo>
                  <a:lnTo>
                    <a:pt x="448213" y="415820"/>
                  </a:lnTo>
                  <a:cubicBezTo>
                    <a:pt x="448213" y="539591"/>
                    <a:pt x="347877" y="639927"/>
                    <a:pt x="224106" y="639927"/>
                  </a:cubicBezTo>
                  <a:lnTo>
                    <a:pt x="224106" y="639927"/>
                  </a:lnTo>
                  <a:cubicBezTo>
                    <a:pt x="100336" y="639927"/>
                    <a:pt x="0" y="539591"/>
                    <a:pt x="0" y="415820"/>
                  </a:cubicBezTo>
                  <a:lnTo>
                    <a:pt x="0" y="224106"/>
                  </a:lnTo>
                  <a:cubicBezTo>
                    <a:pt x="0" y="100336"/>
                    <a:pt x="100336" y="0"/>
                    <a:pt x="224106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48213" cy="6780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985000" y="4846996"/>
            <a:ext cx="346075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Demographics: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36250" y="4846996"/>
            <a:ext cx="346075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Psychographics: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90068" y="2332980"/>
            <a:ext cx="683672" cy="1111793"/>
          </a:xfrm>
          <a:custGeom>
            <a:avLst/>
            <a:gdLst/>
            <a:ahLst/>
            <a:cxnLst/>
            <a:rect r="r" b="b" t="t" l="l"/>
            <a:pathLst>
              <a:path h="1111793" w="683672">
                <a:moveTo>
                  <a:pt x="0" y="0"/>
                </a:moveTo>
                <a:lnTo>
                  <a:pt x="683671" y="0"/>
                </a:lnTo>
                <a:lnTo>
                  <a:pt x="683671" y="1111793"/>
                </a:lnTo>
                <a:lnTo>
                  <a:pt x="0" y="11117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5056" r="-274540" b="0"/>
            </a:stretch>
          </a:blipFill>
        </p:spPr>
      </p:sp>
      <p:sp>
        <p:nvSpPr>
          <p:cNvPr name="AutoShape 17" id="17"/>
          <p:cNvSpPr/>
          <p:nvPr/>
        </p:nvSpPr>
        <p:spPr>
          <a:xfrm flipV="true">
            <a:off x="10026650" y="4846996"/>
            <a:ext cx="0" cy="430140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flipV="true">
            <a:off x="14046907" y="4846996"/>
            <a:ext cx="0" cy="4301407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85000" y="1700572"/>
            <a:ext cx="7461250" cy="208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Defining the Ideal Customer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01062" y="7877704"/>
            <a:ext cx="2984500" cy="1264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48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Marceline Anderson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668500" y="4846996"/>
            <a:ext cx="323850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Buyer persona example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985000" y="5867041"/>
            <a:ext cx="23343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Age: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36250" y="5867041"/>
            <a:ext cx="23343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Interests: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36250" y="7514866"/>
            <a:ext cx="23343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Pain points: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85000" y="6800491"/>
            <a:ext cx="23343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Income: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85000" y="7733941"/>
            <a:ext cx="2334332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Location: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85000" y="6276616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20 - 30 years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74325" y="6276616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74325" y="7924441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74325" y="6609991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74325" y="8257816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74325" y="6943366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74325" y="8591191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5439" indent="-172720" lvl="1">
              <a:lnSpc>
                <a:spcPts val="191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668500" y="5867041"/>
            <a:ext cx="32385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68500" y="7138628"/>
            <a:ext cx="2945568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 laboris nisi ut aliquip ex ea commodo consequat.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85000" y="7210066"/>
            <a:ext cx="23343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$30.000 &gt;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985000" y="8143516"/>
            <a:ext cx="1968500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123 Anywhere St., Any City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-8571132">
            <a:off x="7759729" y="-2959934"/>
            <a:ext cx="15087542" cy="7687709"/>
          </a:xfrm>
          <a:custGeom>
            <a:avLst/>
            <a:gdLst/>
            <a:ahLst/>
            <a:cxnLst/>
            <a:rect r="r" b="b" t="t" l="l"/>
            <a:pathLst>
              <a:path h="7687709" w="15087542">
                <a:moveTo>
                  <a:pt x="0" y="0"/>
                </a:moveTo>
                <a:lnTo>
                  <a:pt x="15087542" y="0"/>
                </a:lnTo>
                <a:lnTo>
                  <a:pt x="15087542" y="7687708"/>
                </a:lnTo>
                <a:lnTo>
                  <a:pt x="0" y="76877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0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-15823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0192030" y="1745970"/>
            <a:ext cx="10287000" cy="6795059"/>
          </a:xfrm>
          <a:custGeom>
            <a:avLst/>
            <a:gdLst/>
            <a:ahLst/>
            <a:cxnLst/>
            <a:rect r="r" b="b" t="t" l="l"/>
            <a:pathLst>
              <a:path h="6795059" w="10287000">
                <a:moveTo>
                  <a:pt x="0" y="0"/>
                </a:moveTo>
                <a:lnTo>
                  <a:pt x="10287000" y="0"/>
                </a:lnTo>
                <a:lnTo>
                  <a:pt x="10287000" y="6795060"/>
                </a:lnTo>
                <a:lnTo>
                  <a:pt x="0" y="67950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10628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1000" y="4652588"/>
            <a:ext cx="4095750" cy="1194577"/>
            <a:chOff x="0" y="0"/>
            <a:chExt cx="1078716" cy="3146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8716" cy="314621"/>
            </a:xfrm>
            <a:custGeom>
              <a:avLst/>
              <a:gdLst/>
              <a:ahLst/>
              <a:cxnLst/>
              <a:rect r="r" b="b" t="t" l="l"/>
              <a:pathLst>
                <a:path h="314621" w="1078716">
                  <a:moveTo>
                    <a:pt x="56707" y="0"/>
                  </a:moveTo>
                  <a:lnTo>
                    <a:pt x="1022009" y="0"/>
                  </a:lnTo>
                  <a:cubicBezTo>
                    <a:pt x="1037049" y="0"/>
                    <a:pt x="1051472" y="5974"/>
                    <a:pt x="1062107" y="16609"/>
                  </a:cubicBezTo>
                  <a:cubicBezTo>
                    <a:pt x="1072742" y="27244"/>
                    <a:pt x="1078716" y="41667"/>
                    <a:pt x="1078716" y="56707"/>
                  </a:cubicBezTo>
                  <a:lnTo>
                    <a:pt x="1078716" y="257914"/>
                  </a:lnTo>
                  <a:cubicBezTo>
                    <a:pt x="1078716" y="289233"/>
                    <a:pt x="1053327" y="314621"/>
                    <a:pt x="1022009" y="314621"/>
                  </a:cubicBezTo>
                  <a:lnTo>
                    <a:pt x="56707" y="314621"/>
                  </a:lnTo>
                  <a:cubicBezTo>
                    <a:pt x="41667" y="314621"/>
                    <a:pt x="27244" y="308647"/>
                    <a:pt x="16609" y="298012"/>
                  </a:cubicBezTo>
                  <a:cubicBezTo>
                    <a:pt x="5974" y="287377"/>
                    <a:pt x="0" y="272954"/>
                    <a:pt x="0" y="257914"/>
                  </a:cubicBezTo>
                  <a:lnTo>
                    <a:pt x="0" y="56707"/>
                  </a:lnTo>
                  <a:cubicBezTo>
                    <a:pt x="0" y="25389"/>
                    <a:pt x="25389" y="0"/>
                    <a:pt x="56707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78716" cy="3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76750" y="3741923"/>
            <a:ext cx="2500916" cy="815415"/>
            <a:chOff x="0" y="0"/>
            <a:chExt cx="658677" cy="2147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476750" y="8674780"/>
            <a:ext cx="2500916" cy="815415"/>
            <a:chOff x="0" y="0"/>
            <a:chExt cx="658677" cy="21475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209083" y="3741923"/>
            <a:ext cx="2500916" cy="815415"/>
            <a:chOff x="0" y="0"/>
            <a:chExt cx="658677" cy="21475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209083" y="8674780"/>
            <a:ext cx="2500916" cy="815415"/>
            <a:chOff x="0" y="0"/>
            <a:chExt cx="658677" cy="2147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1000" y="6075765"/>
            <a:ext cx="4095750" cy="1194577"/>
            <a:chOff x="0" y="0"/>
            <a:chExt cx="1078716" cy="3146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8716" cy="314621"/>
            </a:xfrm>
            <a:custGeom>
              <a:avLst/>
              <a:gdLst/>
              <a:ahLst/>
              <a:cxnLst/>
              <a:rect r="r" b="b" t="t" l="l"/>
              <a:pathLst>
                <a:path h="314621" w="1078716">
                  <a:moveTo>
                    <a:pt x="56707" y="0"/>
                  </a:moveTo>
                  <a:lnTo>
                    <a:pt x="1022009" y="0"/>
                  </a:lnTo>
                  <a:cubicBezTo>
                    <a:pt x="1037049" y="0"/>
                    <a:pt x="1051472" y="5974"/>
                    <a:pt x="1062107" y="16609"/>
                  </a:cubicBezTo>
                  <a:cubicBezTo>
                    <a:pt x="1072742" y="27244"/>
                    <a:pt x="1078716" y="41667"/>
                    <a:pt x="1078716" y="56707"/>
                  </a:cubicBezTo>
                  <a:lnTo>
                    <a:pt x="1078716" y="257914"/>
                  </a:lnTo>
                  <a:cubicBezTo>
                    <a:pt x="1078716" y="289233"/>
                    <a:pt x="1053327" y="314621"/>
                    <a:pt x="1022009" y="314621"/>
                  </a:cubicBezTo>
                  <a:lnTo>
                    <a:pt x="56707" y="314621"/>
                  </a:lnTo>
                  <a:cubicBezTo>
                    <a:pt x="41667" y="314621"/>
                    <a:pt x="27244" y="308647"/>
                    <a:pt x="16609" y="298012"/>
                  </a:cubicBezTo>
                  <a:cubicBezTo>
                    <a:pt x="5974" y="287377"/>
                    <a:pt x="0" y="272954"/>
                    <a:pt x="0" y="257914"/>
                  </a:cubicBezTo>
                  <a:lnTo>
                    <a:pt x="0" y="56707"/>
                  </a:lnTo>
                  <a:cubicBezTo>
                    <a:pt x="0" y="25389"/>
                    <a:pt x="25389" y="0"/>
                    <a:pt x="56707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078716" cy="3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81000" y="7502972"/>
            <a:ext cx="4095750" cy="1194577"/>
            <a:chOff x="0" y="0"/>
            <a:chExt cx="1078716" cy="31462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78716" cy="314621"/>
            </a:xfrm>
            <a:custGeom>
              <a:avLst/>
              <a:gdLst/>
              <a:ahLst/>
              <a:cxnLst/>
              <a:rect r="r" b="b" t="t" l="l"/>
              <a:pathLst>
                <a:path h="314621" w="1078716">
                  <a:moveTo>
                    <a:pt x="56707" y="0"/>
                  </a:moveTo>
                  <a:lnTo>
                    <a:pt x="1022009" y="0"/>
                  </a:lnTo>
                  <a:cubicBezTo>
                    <a:pt x="1037049" y="0"/>
                    <a:pt x="1051472" y="5974"/>
                    <a:pt x="1062107" y="16609"/>
                  </a:cubicBezTo>
                  <a:cubicBezTo>
                    <a:pt x="1072742" y="27244"/>
                    <a:pt x="1078716" y="41667"/>
                    <a:pt x="1078716" y="56707"/>
                  </a:cubicBezTo>
                  <a:lnTo>
                    <a:pt x="1078716" y="257914"/>
                  </a:lnTo>
                  <a:cubicBezTo>
                    <a:pt x="1078716" y="289233"/>
                    <a:pt x="1053327" y="314621"/>
                    <a:pt x="1022009" y="314621"/>
                  </a:cubicBezTo>
                  <a:lnTo>
                    <a:pt x="56707" y="314621"/>
                  </a:lnTo>
                  <a:cubicBezTo>
                    <a:pt x="41667" y="314621"/>
                    <a:pt x="27244" y="308647"/>
                    <a:pt x="16609" y="298012"/>
                  </a:cubicBezTo>
                  <a:cubicBezTo>
                    <a:pt x="5974" y="287377"/>
                    <a:pt x="0" y="272954"/>
                    <a:pt x="0" y="257914"/>
                  </a:cubicBezTo>
                  <a:lnTo>
                    <a:pt x="0" y="56707"/>
                  </a:lnTo>
                  <a:cubicBezTo>
                    <a:pt x="0" y="25389"/>
                    <a:pt x="25389" y="0"/>
                    <a:pt x="56707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1078716" cy="3527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41417" y="3741923"/>
            <a:ext cx="2500916" cy="815415"/>
            <a:chOff x="0" y="0"/>
            <a:chExt cx="658677" cy="21475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41417" y="8674780"/>
            <a:ext cx="2500916" cy="815415"/>
            <a:chOff x="0" y="0"/>
            <a:chExt cx="658677" cy="21475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673750" y="3741923"/>
            <a:ext cx="2500916" cy="815415"/>
            <a:chOff x="0" y="0"/>
            <a:chExt cx="658677" cy="21475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673750" y="8674780"/>
            <a:ext cx="2500916" cy="815415"/>
            <a:chOff x="0" y="0"/>
            <a:chExt cx="658677" cy="21475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5406084" y="3741923"/>
            <a:ext cx="2500916" cy="815415"/>
            <a:chOff x="0" y="0"/>
            <a:chExt cx="658677" cy="214759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406084" y="8674780"/>
            <a:ext cx="2500916" cy="815415"/>
            <a:chOff x="0" y="0"/>
            <a:chExt cx="658677" cy="21475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677" cy="214759"/>
            </a:xfrm>
            <a:custGeom>
              <a:avLst/>
              <a:gdLst/>
              <a:ahLst/>
              <a:cxnLst/>
              <a:rect r="r" b="b" t="t" l="l"/>
              <a:pathLst>
                <a:path h="214759" w="658677">
                  <a:moveTo>
                    <a:pt x="77391" y="0"/>
                  </a:moveTo>
                  <a:lnTo>
                    <a:pt x="581287" y="0"/>
                  </a:lnTo>
                  <a:cubicBezTo>
                    <a:pt x="601812" y="0"/>
                    <a:pt x="621497" y="8154"/>
                    <a:pt x="636010" y="22667"/>
                  </a:cubicBezTo>
                  <a:cubicBezTo>
                    <a:pt x="650524" y="37181"/>
                    <a:pt x="658677" y="56866"/>
                    <a:pt x="658677" y="77391"/>
                  </a:cubicBezTo>
                  <a:lnTo>
                    <a:pt x="658677" y="137369"/>
                  </a:lnTo>
                  <a:cubicBezTo>
                    <a:pt x="658677" y="180110"/>
                    <a:pt x="624028" y="214759"/>
                    <a:pt x="581287" y="214759"/>
                  </a:cubicBezTo>
                  <a:lnTo>
                    <a:pt x="77391" y="214759"/>
                  </a:lnTo>
                  <a:cubicBezTo>
                    <a:pt x="56866" y="214759"/>
                    <a:pt x="37181" y="206606"/>
                    <a:pt x="22667" y="192092"/>
                  </a:cubicBezTo>
                  <a:cubicBezTo>
                    <a:pt x="8154" y="177579"/>
                    <a:pt x="0" y="157894"/>
                    <a:pt x="0" y="137369"/>
                  </a:cubicBezTo>
                  <a:lnTo>
                    <a:pt x="0" y="77391"/>
                  </a:lnTo>
                  <a:cubicBezTo>
                    <a:pt x="0" y="56866"/>
                    <a:pt x="8154" y="37181"/>
                    <a:pt x="22667" y="22667"/>
                  </a:cubicBezTo>
                  <a:cubicBezTo>
                    <a:pt x="37181" y="8154"/>
                    <a:pt x="56866" y="0"/>
                    <a:pt x="77391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58677" cy="2528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 flipH="true">
            <a:off x="635017" y="5856690"/>
            <a:ext cx="1727198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>
            <a:off x="635017" y="7260818"/>
            <a:ext cx="1727198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8" id="48"/>
          <p:cNvSpPr/>
          <p:nvPr/>
        </p:nvSpPr>
        <p:spPr>
          <a:xfrm flipH="true">
            <a:off x="635017" y="8683508"/>
            <a:ext cx="17271983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9" id="49"/>
          <p:cNvSpPr/>
          <p:nvPr/>
        </p:nvSpPr>
        <p:spPr>
          <a:xfrm flipH="false" flipV="false" rot="0">
            <a:off x="5489985" y="5011752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6" y="0"/>
                </a:lnTo>
                <a:lnTo>
                  <a:pt x="474446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8222319" y="5011752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5" y="0"/>
                </a:lnTo>
                <a:lnTo>
                  <a:pt x="47444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0954652" y="5011752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6" y="0"/>
                </a:lnTo>
                <a:lnTo>
                  <a:pt x="474446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5489985" y="6434929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6" y="0"/>
                </a:lnTo>
                <a:lnTo>
                  <a:pt x="474446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8222319" y="6434929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5" y="0"/>
                </a:lnTo>
                <a:lnTo>
                  <a:pt x="47444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8222319" y="7862136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5" y="0"/>
                </a:lnTo>
                <a:lnTo>
                  <a:pt x="47444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0954652" y="7862136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6" y="0"/>
                </a:lnTo>
                <a:lnTo>
                  <a:pt x="474446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381000" y="1777131"/>
            <a:ext cx="1044575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Competitor Analysis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98500" y="4904754"/>
            <a:ext cx="3460750" cy="73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Top market competitors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98500" y="6327931"/>
            <a:ext cx="3460750" cy="73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Their strengths &amp; weaknesses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98500" y="7755138"/>
            <a:ext cx="3460750" cy="737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Market positioning insights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668047" y="3982943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Competition 01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4668047" y="8915800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15%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400380" y="3982943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Competition 02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400380" y="8915800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18,2%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132714" y="3982943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Competition 03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132714" y="8915800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16%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865047" y="3982943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Competition 04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65047" y="8915800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13,5%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5597381" y="3982943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Competition 05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597381" y="8915800"/>
            <a:ext cx="211832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21%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13686986" y="5011752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5" y="0"/>
                </a:lnTo>
                <a:lnTo>
                  <a:pt x="47444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73" id="73"/>
          <p:cNvSpPr/>
          <p:nvPr/>
        </p:nvSpPr>
        <p:spPr>
          <a:xfrm flipH="false" flipV="false" rot="0">
            <a:off x="13686986" y="6434929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5" y="0"/>
                </a:lnTo>
                <a:lnTo>
                  <a:pt x="47444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74" id="74"/>
          <p:cNvSpPr/>
          <p:nvPr/>
        </p:nvSpPr>
        <p:spPr>
          <a:xfrm flipH="false" flipV="false" rot="0">
            <a:off x="13686986" y="7862136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5" y="0"/>
                </a:lnTo>
                <a:lnTo>
                  <a:pt x="474445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  <p:sp>
        <p:nvSpPr>
          <p:cNvPr name="Freeform 75" id="75"/>
          <p:cNvSpPr/>
          <p:nvPr/>
        </p:nvSpPr>
        <p:spPr>
          <a:xfrm flipH="false" flipV="false" rot="0">
            <a:off x="16419319" y="6434929"/>
            <a:ext cx="474446" cy="476250"/>
          </a:xfrm>
          <a:custGeom>
            <a:avLst/>
            <a:gdLst/>
            <a:ahLst/>
            <a:cxnLst/>
            <a:rect r="r" b="b" t="t" l="l"/>
            <a:pathLst>
              <a:path h="476250" w="474446">
                <a:moveTo>
                  <a:pt x="0" y="0"/>
                </a:moveTo>
                <a:lnTo>
                  <a:pt x="474446" y="0"/>
                </a:lnTo>
                <a:lnTo>
                  <a:pt x="474446" y="476250"/>
                </a:lnTo>
                <a:lnTo>
                  <a:pt x="0" y="4762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5004" t="-34458" r="-42983" b="-35098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182840">
            <a:off x="-4157008" y="-12934975"/>
            <a:ext cx="15721002" cy="16635981"/>
          </a:xfrm>
          <a:custGeom>
            <a:avLst/>
            <a:gdLst/>
            <a:ahLst/>
            <a:cxnLst/>
            <a:rect r="r" b="b" t="t" l="l"/>
            <a:pathLst>
              <a:path h="16635981" w="15721002">
                <a:moveTo>
                  <a:pt x="0" y="0"/>
                </a:moveTo>
                <a:lnTo>
                  <a:pt x="15721002" y="0"/>
                </a:lnTo>
                <a:lnTo>
                  <a:pt x="15721002" y="16635981"/>
                </a:lnTo>
                <a:lnTo>
                  <a:pt x="0" y="166359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37632" y="4376269"/>
            <a:ext cx="4637286" cy="46372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958378" y="1882652"/>
            <a:ext cx="4637286" cy="463728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379124" y="4376269"/>
            <a:ext cx="4637286" cy="463728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4023711" y="7028255"/>
            <a:ext cx="506621" cy="505988"/>
          </a:xfrm>
          <a:custGeom>
            <a:avLst/>
            <a:gdLst/>
            <a:ahLst/>
            <a:cxnLst/>
            <a:rect r="r" b="b" t="t" l="l"/>
            <a:pathLst>
              <a:path h="505988" w="506621">
                <a:moveTo>
                  <a:pt x="0" y="0"/>
                </a:moveTo>
                <a:lnTo>
                  <a:pt x="506621" y="0"/>
                </a:lnTo>
                <a:lnTo>
                  <a:pt x="506621" y="505988"/>
                </a:lnTo>
                <a:lnTo>
                  <a:pt x="0" y="50598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803083" y="4903357"/>
            <a:ext cx="519930" cy="480285"/>
          </a:xfrm>
          <a:custGeom>
            <a:avLst/>
            <a:gdLst/>
            <a:ahLst/>
            <a:cxnLst/>
            <a:rect r="r" b="b" t="t" l="l"/>
            <a:pathLst>
              <a:path h="480285" w="519930">
                <a:moveTo>
                  <a:pt x="0" y="0"/>
                </a:moveTo>
                <a:lnTo>
                  <a:pt x="519930" y="0"/>
                </a:lnTo>
                <a:lnTo>
                  <a:pt x="519930" y="480286"/>
                </a:lnTo>
                <a:lnTo>
                  <a:pt x="0" y="4802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8953500" y="4633795"/>
            <a:ext cx="3365500" cy="576981"/>
            <a:chOff x="0" y="0"/>
            <a:chExt cx="886387" cy="15196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86387" cy="151962"/>
            </a:xfrm>
            <a:custGeom>
              <a:avLst/>
              <a:gdLst/>
              <a:ahLst/>
              <a:cxnLst/>
              <a:rect r="r" b="b" t="t" l="l"/>
              <a:pathLst>
                <a:path h="151962" w="886387">
                  <a:moveTo>
                    <a:pt x="75981" y="0"/>
                  </a:moveTo>
                  <a:lnTo>
                    <a:pt x="810406" y="0"/>
                  </a:lnTo>
                  <a:cubicBezTo>
                    <a:pt x="830557" y="0"/>
                    <a:pt x="849883" y="8005"/>
                    <a:pt x="864132" y="22254"/>
                  </a:cubicBezTo>
                  <a:cubicBezTo>
                    <a:pt x="878382" y="36504"/>
                    <a:pt x="886387" y="55830"/>
                    <a:pt x="886387" y="75981"/>
                  </a:cubicBezTo>
                  <a:lnTo>
                    <a:pt x="886387" y="75981"/>
                  </a:lnTo>
                  <a:cubicBezTo>
                    <a:pt x="886387" y="117944"/>
                    <a:pt x="852369" y="151962"/>
                    <a:pt x="810406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886387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53500" y="5881570"/>
            <a:ext cx="3365500" cy="576981"/>
            <a:chOff x="0" y="0"/>
            <a:chExt cx="886387" cy="1519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86387" cy="151962"/>
            </a:xfrm>
            <a:custGeom>
              <a:avLst/>
              <a:gdLst/>
              <a:ahLst/>
              <a:cxnLst/>
              <a:rect r="r" b="b" t="t" l="l"/>
              <a:pathLst>
                <a:path h="151962" w="886387">
                  <a:moveTo>
                    <a:pt x="75981" y="0"/>
                  </a:moveTo>
                  <a:lnTo>
                    <a:pt x="810406" y="0"/>
                  </a:lnTo>
                  <a:cubicBezTo>
                    <a:pt x="830557" y="0"/>
                    <a:pt x="849883" y="8005"/>
                    <a:pt x="864132" y="22254"/>
                  </a:cubicBezTo>
                  <a:cubicBezTo>
                    <a:pt x="878382" y="36504"/>
                    <a:pt x="886387" y="55830"/>
                    <a:pt x="886387" y="75981"/>
                  </a:cubicBezTo>
                  <a:lnTo>
                    <a:pt x="886387" y="75981"/>
                  </a:lnTo>
                  <a:cubicBezTo>
                    <a:pt x="886387" y="117944"/>
                    <a:pt x="852369" y="151962"/>
                    <a:pt x="810406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886387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9239250" y="5979798"/>
            <a:ext cx="381000" cy="380524"/>
          </a:xfrm>
          <a:custGeom>
            <a:avLst/>
            <a:gdLst/>
            <a:ahLst/>
            <a:cxnLst/>
            <a:rect r="r" b="b" t="t" l="l"/>
            <a:pathLst>
              <a:path h="380524" w="381000">
                <a:moveTo>
                  <a:pt x="0" y="0"/>
                </a:moveTo>
                <a:lnTo>
                  <a:pt x="381000" y="0"/>
                </a:lnTo>
                <a:lnTo>
                  <a:pt x="381000" y="380524"/>
                </a:lnTo>
                <a:lnTo>
                  <a:pt x="0" y="3805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239250" y="4755056"/>
            <a:ext cx="381000" cy="351949"/>
          </a:xfrm>
          <a:custGeom>
            <a:avLst/>
            <a:gdLst/>
            <a:ahLst/>
            <a:cxnLst/>
            <a:rect r="r" b="b" t="t" l="l"/>
            <a:pathLst>
              <a:path h="351949" w="381000">
                <a:moveTo>
                  <a:pt x="0" y="0"/>
                </a:moveTo>
                <a:lnTo>
                  <a:pt x="381000" y="0"/>
                </a:lnTo>
                <a:lnTo>
                  <a:pt x="381000" y="351949"/>
                </a:lnTo>
                <a:lnTo>
                  <a:pt x="0" y="35194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024344" y="5564790"/>
            <a:ext cx="505988" cy="505988"/>
          </a:xfrm>
          <a:custGeom>
            <a:avLst/>
            <a:gdLst/>
            <a:ahLst/>
            <a:cxnLst/>
            <a:rect r="r" b="b" t="t" l="l"/>
            <a:pathLst>
              <a:path h="505988" w="505988">
                <a:moveTo>
                  <a:pt x="0" y="0"/>
                </a:moveTo>
                <a:lnTo>
                  <a:pt x="505988" y="0"/>
                </a:lnTo>
                <a:lnTo>
                  <a:pt x="505988" y="505988"/>
                </a:lnTo>
                <a:lnTo>
                  <a:pt x="0" y="5059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8953500" y="7129345"/>
            <a:ext cx="3365500" cy="576981"/>
            <a:chOff x="0" y="0"/>
            <a:chExt cx="886387" cy="1519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86387" cy="151962"/>
            </a:xfrm>
            <a:custGeom>
              <a:avLst/>
              <a:gdLst/>
              <a:ahLst/>
              <a:cxnLst/>
              <a:rect r="r" b="b" t="t" l="l"/>
              <a:pathLst>
                <a:path h="151962" w="886387">
                  <a:moveTo>
                    <a:pt x="75981" y="0"/>
                  </a:moveTo>
                  <a:lnTo>
                    <a:pt x="810406" y="0"/>
                  </a:lnTo>
                  <a:cubicBezTo>
                    <a:pt x="830557" y="0"/>
                    <a:pt x="849883" y="8005"/>
                    <a:pt x="864132" y="22254"/>
                  </a:cubicBezTo>
                  <a:cubicBezTo>
                    <a:pt x="878382" y="36504"/>
                    <a:pt x="886387" y="55830"/>
                    <a:pt x="886387" y="75981"/>
                  </a:cubicBezTo>
                  <a:lnTo>
                    <a:pt x="886387" y="75981"/>
                  </a:lnTo>
                  <a:cubicBezTo>
                    <a:pt x="886387" y="117944"/>
                    <a:pt x="852369" y="151962"/>
                    <a:pt x="810406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886387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0" id="30"/>
          <p:cNvSpPr/>
          <p:nvPr/>
        </p:nvSpPr>
        <p:spPr>
          <a:xfrm flipH="false" flipV="false" rot="0">
            <a:off x="9239250" y="7236849"/>
            <a:ext cx="381000" cy="381000"/>
          </a:xfrm>
          <a:custGeom>
            <a:avLst/>
            <a:gdLst/>
            <a:ahLst/>
            <a:cxnLst/>
            <a:rect r="r" b="b" t="t" l="l"/>
            <a:pathLst>
              <a:path h="381000" w="381000">
                <a:moveTo>
                  <a:pt x="0" y="0"/>
                </a:moveTo>
                <a:lnTo>
                  <a:pt x="381000" y="0"/>
                </a:lnTo>
                <a:lnTo>
                  <a:pt x="381000" y="381000"/>
                </a:lnTo>
                <a:lnTo>
                  <a:pt x="0" y="381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8953500" y="8379872"/>
            <a:ext cx="3365500" cy="576981"/>
            <a:chOff x="0" y="0"/>
            <a:chExt cx="886387" cy="1519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86387" cy="151962"/>
            </a:xfrm>
            <a:custGeom>
              <a:avLst/>
              <a:gdLst/>
              <a:ahLst/>
              <a:cxnLst/>
              <a:rect r="r" b="b" t="t" l="l"/>
              <a:pathLst>
                <a:path h="151962" w="886387">
                  <a:moveTo>
                    <a:pt x="75981" y="0"/>
                  </a:moveTo>
                  <a:lnTo>
                    <a:pt x="810406" y="0"/>
                  </a:lnTo>
                  <a:cubicBezTo>
                    <a:pt x="830557" y="0"/>
                    <a:pt x="849883" y="8005"/>
                    <a:pt x="864132" y="22254"/>
                  </a:cubicBezTo>
                  <a:cubicBezTo>
                    <a:pt x="878382" y="36504"/>
                    <a:pt x="886387" y="55830"/>
                    <a:pt x="886387" y="75981"/>
                  </a:cubicBezTo>
                  <a:lnTo>
                    <a:pt x="886387" y="75981"/>
                  </a:lnTo>
                  <a:cubicBezTo>
                    <a:pt x="886387" y="117944"/>
                    <a:pt x="852369" y="151962"/>
                    <a:pt x="810406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86387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53500" y="1681881"/>
            <a:ext cx="8953500" cy="208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Unique Selling Proposition (USP)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379124" y="2692277"/>
            <a:ext cx="1795794" cy="117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What </a:t>
            </a: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makes us different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37632" y="6453263"/>
            <a:ext cx="2785381" cy="117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Key ben</a:t>
            </a: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efits</a:t>
            </a:r>
          </a:p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of product/</a:t>
            </a:r>
          </a:p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service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421905" y="6453263"/>
            <a:ext cx="2100906" cy="1178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Value propos</a:t>
            </a:r>
            <a:r>
              <a:rPr lang="en-US" sz="2800">
                <a:solidFill>
                  <a:srgbClr val="000000"/>
                </a:solidFill>
                <a:latin typeface="Neue Montreal"/>
                <a:ea typeface="Neue Montreal"/>
                <a:cs typeface="Neue Montreal"/>
                <a:sym typeface="Neue Montreal"/>
              </a:rPr>
              <a:t>ition in one sentence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4956181" y="4878705"/>
            <a:ext cx="1096328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b="true" sz="2100" i="true">
                <a:solidFill>
                  <a:srgbClr val="000000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Who cares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810750" y="4735436"/>
            <a:ext cx="250825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Winning zone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810750" y="5983211"/>
            <a:ext cx="222250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Losing zone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10750" y="7230986"/>
            <a:ext cx="222250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Risky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191625" y="8477851"/>
            <a:ext cx="2889250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Who cares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2604750" y="4598435"/>
            <a:ext cx="43386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604750" y="5846210"/>
            <a:ext cx="43386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604750" y="7093985"/>
            <a:ext cx="43386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604750" y="8344513"/>
            <a:ext cx="4338688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2400728">
            <a:off x="6060565" y="3178604"/>
            <a:ext cx="15905677" cy="9532653"/>
          </a:xfrm>
          <a:custGeom>
            <a:avLst/>
            <a:gdLst/>
            <a:ahLst/>
            <a:cxnLst/>
            <a:rect r="r" b="b" t="t" l="l"/>
            <a:pathLst>
              <a:path h="9532653" w="15905677">
                <a:moveTo>
                  <a:pt x="0" y="0"/>
                </a:moveTo>
                <a:lnTo>
                  <a:pt x="15905677" y="0"/>
                </a:lnTo>
                <a:lnTo>
                  <a:pt x="15905677" y="9532652"/>
                </a:lnTo>
                <a:lnTo>
                  <a:pt x="0" y="9532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0504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81000" y="1683670"/>
            <a:ext cx="145415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Our Multi-Channel Approach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81000" y="3377931"/>
            <a:ext cx="17561728" cy="5744106"/>
            <a:chOff x="0" y="0"/>
            <a:chExt cx="4625311" cy="15128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25311" cy="1512851"/>
            </a:xfrm>
            <a:custGeom>
              <a:avLst/>
              <a:gdLst/>
              <a:ahLst/>
              <a:cxnLst/>
              <a:rect r="r" b="b" t="t" l="l"/>
              <a:pathLst>
                <a:path h="1512851" w="4625311">
                  <a:moveTo>
                    <a:pt x="22924" y="0"/>
                  </a:moveTo>
                  <a:lnTo>
                    <a:pt x="4602387" y="0"/>
                  </a:lnTo>
                  <a:cubicBezTo>
                    <a:pt x="4615048" y="0"/>
                    <a:pt x="4625311" y="10263"/>
                    <a:pt x="4625311" y="22924"/>
                  </a:cubicBezTo>
                  <a:lnTo>
                    <a:pt x="4625311" y="1489927"/>
                  </a:lnTo>
                  <a:cubicBezTo>
                    <a:pt x="4625311" y="1502588"/>
                    <a:pt x="4615048" y="1512851"/>
                    <a:pt x="4602387" y="1512851"/>
                  </a:cubicBezTo>
                  <a:lnTo>
                    <a:pt x="22924" y="1512851"/>
                  </a:lnTo>
                  <a:cubicBezTo>
                    <a:pt x="10263" y="1512851"/>
                    <a:pt x="0" y="1502588"/>
                    <a:pt x="0" y="1489927"/>
                  </a:cubicBezTo>
                  <a:lnTo>
                    <a:pt x="0" y="22924"/>
                  </a:lnTo>
                  <a:cubicBezTo>
                    <a:pt x="0" y="10263"/>
                    <a:pt x="10263" y="0"/>
                    <a:pt x="22924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4625311" cy="15509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511622" y="3913618"/>
            <a:ext cx="4940300" cy="4672731"/>
            <a:chOff x="0" y="0"/>
            <a:chExt cx="1301149" cy="123067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01149" cy="1230678"/>
            </a:xfrm>
            <a:custGeom>
              <a:avLst/>
              <a:gdLst/>
              <a:ahLst/>
              <a:cxnLst/>
              <a:rect r="r" b="b" t="t" l="l"/>
              <a:pathLst>
                <a:path h="1230678" w="1301149">
                  <a:moveTo>
                    <a:pt x="31342" y="0"/>
                  </a:moveTo>
                  <a:lnTo>
                    <a:pt x="1269807" y="0"/>
                  </a:lnTo>
                  <a:cubicBezTo>
                    <a:pt x="1278119" y="0"/>
                    <a:pt x="1286091" y="3302"/>
                    <a:pt x="1291969" y="9180"/>
                  </a:cubicBezTo>
                  <a:cubicBezTo>
                    <a:pt x="1297847" y="15058"/>
                    <a:pt x="1301149" y="23030"/>
                    <a:pt x="1301149" y="31342"/>
                  </a:cubicBezTo>
                  <a:lnTo>
                    <a:pt x="1301149" y="1199336"/>
                  </a:lnTo>
                  <a:cubicBezTo>
                    <a:pt x="1301149" y="1207649"/>
                    <a:pt x="1297847" y="1215621"/>
                    <a:pt x="1291969" y="1221498"/>
                  </a:cubicBezTo>
                  <a:cubicBezTo>
                    <a:pt x="1286091" y="1227376"/>
                    <a:pt x="1278119" y="1230678"/>
                    <a:pt x="1269807" y="1230678"/>
                  </a:cubicBezTo>
                  <a:lnTo>
                    <a:pt x="31342" y="1230678"/>
                  </a:lnTo>
                  <a:cubicBezTo>
                    <a:pt x="23030" y="1230678"/>
                    <a:pt x="15058" y="1227376"/>
                    <a:pt x="9180" y="1221498"/>
                  </a:cubicBezTo>
                  <a:cubicBezTo>
                    <a:pt x="3302" y="1215621"/>
                    <a:pt x="0" y="1207649"/>
                    <a:pt x="0" y="1199336"/>
                  </a:cubicBezTo>
                  <a:lnTo>
                    <a:pt x="0" y="31342"/>
                  </a:lnTo>
                  <a:cubicBezTo>
                    <a:pt x="0" y="23030"/>
                    <a:pt x="3302" y="15058"/>
                    <a:pt x="9180" y="9180"/>
                  </a:cubicBezTo>
                  <a:cubicBezTo>
                    <a:pt x="15058" y="3302"/>
                    <a:pt x="23030" y="0"/>
                    <a:pt x="31342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01149" cy="12687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233969" y="3913618"/>
            <a:ext cx="576981" cy="576981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DFDFD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458266" y="3913618"/>
            <a:ext cx="576981" cy="576981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DFDFD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680831" y="4129042"/>
            <a:ext cx="576981" cy="576981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423939" y="4054235"/>
            <a:ext cx="197042" cy="295747"/>
          </a:xfrm>
          <a:custGeom>
            <a:avLst/>
            <a:gdLst/>
            <a:ahLst/>
            <a:cxnLst/>
            <a:rect r="r" b="b" t="t" l="l"/>
            <a:pathLst>
              <a:path h="295747" w="197042">
                <a:moveTo>
                  <a:pt x="0" y="0"/>
                </a:moveTo>
                <a:lnTo>
                  <a:pt x="197042" y="0"/>
                </a:lnTo>
                <a:lnTo>
                  <a:pt x="197042" y="295747"/>
                </a:lnTo>
                <a:lnTo>
                  <a:pt x="0" y="2957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593359" y="4054235"/>
            <a:ext cx="344895" cy="295747"/>
          </a:xfrm>
          <a:custGeom>
            <a:avLst/>
            <a:gdLst/>
            <a:ahLst/>
            <a:cxnLst/>
            <a:rect r="r" b="b" t="t" l="l"/>
            <a:pathLst>
              <a:path h="295747" w="344895">
                <a:moveTo>
                  <a:pt x="0" y="0"/>
                </a:moveTo>
                <a:lnTo>
                  <a:pt x="344895" y="0"/>
                </a:lnTo>
                <a:lnTo>
                  <a:pt x="344895" y="295747"/>
                </a:lnTo>
                <a:lnTo>
                  <a:pt x="0" y="2957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805603" y="4294743"/>
            <a:ext cx="327437" cy="245578"/>
          </a:xfrm>
          <a:custGeom>
            <a:avLst/>
            <a:gdLst/>
            <a:ahLst/>
            <a:cxnLst/>
            <a:rect r="r" b="b" t="t" l="l"/>
            <a:pathLst>
              <a:path h="245578" w="327437">
                <a:moveTo>
                  <a:pt x="0" y="0"/>
                </a:moveTo>
                <a:lnTo>
                  <a:pt x="327438" y="0"/>
                </a:lnTo>
                <a:lnTo>
                  <a:pt x="327438" y="245578"/>
                </a:lnTo>
                <a:lnTo>
                  <a:pt x="0" y="24557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76300" y="4005735"/>
            <a:ext cx="1290994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Digital: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337550" y="4005735"/>
            <a:ext cx="1972165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Traditional: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22606" y="4230683"/>
            <a:ext cx="2987841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Partner &amp; Collab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822606" y="5052574"/>
            <a:ext cx="3718091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76300" y="4957324"/>
            <a:ext cx="11112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SEO: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37550" y="4957324"/>
            <a:ext cx="1682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Print: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051300" y="4957324"/>
            <a:ext cx="11112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SEM: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76300" y="7081399"/>
            <a:ext cx="16067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Email: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337550" y="7081399"/>
            <a:ext cx="160672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Event: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051300" y="7081399"/>
            <a:ext cx="27940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Social Media: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76300" y="5509774"/>
            <a:ext cx="2984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337550" y="5509774"/>
            <a:ext cx="280441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 dolor in reprehenderit in voluptate velit esse.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876300" y="7633849"/>
            <a:ext cx="2984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337550" y="7633849"/>
            <a:ext cx="280441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 dolor in reprehenderit in voluptate velit esse.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051300" y="5509774"/>
            <a:ext cx="2984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22606" y="7005199"/>
            <a:ext cx="313493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051300" y="7633849"/>
            <a:ext cx="2984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7594600" y="3913618"/>
            <a:ext cx="0" cy="4672731"/>
          </a:xfrm>
          <a:prstGeom prst="line">
            <a:avLst/>
          </a:prstGeom>
          <a:ln cap="flat" w="19050">
            <a:solidFill>
              <a:srgbClr val="FDFDF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V="true">
            <a:off x="11778197" y="3913618"/>
            <a:ext cx="0" cy="4672731"/>
          </a:xfrm>
          <a:prstGeom prst="line">
            <a:avLst/>
          </a:prstGeom>
          <a:ln cap="flat" w="19050">
            <a:solidFill>
              <a:srgbClr val="FDFDF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81000" y="2553954"/>
            <a:ext cx="5210186" cy="765158"/>
            <a:chOff x="0" y="0"/>
            <a:chExt cx="1372230" cy="2015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2230" cy="201523"/>
            </a:xfrm>
            <a:custGeom>
              <a:avLst/>
              <a:gdLst/>
              <a:ahLst/>
              <a:cxnLst/>
              <a:rect r="r" b="b" t="t" l="l"/>
              <a:pathLst>
                <a:path h="201523" w="1372230">
                  <a:moveTo>
                    <a:pt x="100762" y="0"/>
                  </a:moveTo>
                  <a:lnTo>
                    <a:pt x="1271469" y="0"/>
                  </a:lnTo>
                  <a:cubicBezTo>
                    <a:pt x="1327118" y="0"/>
                    <a:pt x="1372230" y="45112"/>
                    <a:pt x="1372230" y="100762"/>
                  </a:cubicBezTo>
                  <a:lnTo>
                    <a:pt x="1372230" y="100762"/>
                  </a:lnTo>
                  <a:cubicBezTo>
                    <a:pt x="1372230" y="127485"/>
                    <a:pt x="1361614" y="153114"/>
                    <a:pt x="1342718" y="172011"/>
                  </a:cubicBezTo>
                  <a:cubicBezTo>
                    <a:pt x="1323821" y="190907"/>
                    <a:pt x="1298192" y="201523"/>
                    <a:pt x="1271469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72230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38907" y="2553954"/>
            <a:ext cx="5210186" cy="765158"/>
            <a:chOff x="0" y="0"/>
            <a:chExt cx="1372230" cy="2015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72230" cy="201523"/>
            </a:xfrm>
            <a:custGeom>
              <a:avLst/>
              <a:gdLst/>
              <a:ahLst/>
              <a:cxnLst/>
              <a:rect r="r" b="b" t="t" l="l"/>
              <a:pathLst>
                <a:path h="201523" w="1372230">
                  <a:moveTo>
                    <a:pt x="100762" y="0"/>
                  </a:moveTo>
                  <a:lnTo>
                    <a:pt x="1271469" y="0"/>
                  </a:lnTo>
                  <a:cubicBezTo>
                    <a:pt x="1327118" y="0"/>
                    <a:pt x="1372230" y="45112"/>
                    <a:pt x="1372230" y="100762"/>
                  </a:cubicBezTo>
                  <a:lnTo>
                    <a:pt x="1372230" y="100762"/>
                  </a:lnTo>
                  <a:cubicBezTo>
                    <a:pt x="1372230" y="127485"/>
                    <a:pt x="1361614" y="153114"/>
                    <a:pt x="1342718" y="172011"/>
                  </a:cubicBezTo>
                  <a:cubicBezTo>
                    <a:pt x="1323821" y="190907"/>
                    <a:pt x="1298192" y="201523"/>
                    <a:pt x="1271469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72230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Freeform 13" id="13"/>
          <p:cNvSpPr/>
          <p:nvPr/>
        </p:nvSpPr>
        <p:spPr>
          <a:xfrm flipH="false" flipV="true" rot="645014">
            <a:off x="5163336" y="-13881929"/>
            <a:ext cx="15581518" cy="16754321"/>
          </a:xfrm>
          <a:custGeom>
            <a:avLst/>
            <a:gdLst/>
            <a:ahLst/>
            <a:cxnLst/>
            <a:rect r="r" b="b" t="t" l="l"/>
            <a:pathLst>
              <a:path h="16754321" w="15581518">
                <a:moveTo>
                  <a:pt x="0" y="16754321"/>
                </a:moveTo>
                <a:lnTo>
                  <a:pt x="15581518" y="16754321"/>
                </a:lnTo>
                <a:lnTo>
                  <a:pt x="15581518" y="0"/>
                </a:lnTo>
                <a:lnTo>
                  <a:pt x="0" y="0"/>
                </a:lnTo>
                <a:lnTo>
                  <a:pt x="0" y="16754321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75000" y="546089"/>
            <a:ext cx="119380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Content Plan Overview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381000" y="3920620"/>
            <a:ext cx="3366023" cy="830216"/>
            <a:chOff x="0" y="0"/>
            <a:chExt cx="811042" cy="2000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920994" y="3920620"/>
            <a:ext cx="3366023" cy="830216"/>
            <a:chOff x="0" y="0"/>
            <a:chExt cx="811042" cy="200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81000" y="5904902"/>
            <a:ext cx="3366023" cy="830216"/>
            <a:chOff x="0" y="0"/>
            <a:chExt cx="811042" cy="2000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920994" y="5904902"/>
            <a:ext cx="3366023" cy="830216"/>
            <a:chOff x="0" y="0"/>
            <a:chExt cx="811042" cy="200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81000" y="4912761"/>
            <a:ext cx="3366023" cy="830216"/>
            <a:chOff x="0" y="0"/>
            <a:chExt cx="811042" cy="200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920994" y="4912761"/>
            <a:ext cx="3366023" cy="830216"/>
            <a:chOff x="0" y="0"/>
            <a:chExt cx="811042" cy="200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81000" y="6897042"/>
            <a:ext cx="3366023" cy="830216"/>
            <a:chOff x="0" y="0"/>
            <a:chExt cx="811042" cy="2000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920994" y="6897042"/>
            <a:ext cx="3366023" cy="830216"/>
            <a:chOff x="0" y="0"/>
            <a:chExt cx="811042" cy="2000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81000" y="7889183"/>
            <a:ext cx="3366023" cy="830216"/>
            <a:chOff x="0" y="0"/>
            <a:chExt cx="811042" cy="2000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920994" y="7889183"/>
            <a:ext cx="3366023" cy="830216"/>
            <a:chOff x="0" y="0"/>
            <a:chExt cx="811042" cy="200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81000" y="8885284"/>
            <a:ext cx="3366023" cy="830216"/>
            <a:chOff x="0" y="0"/>
            <a:chExt cx="811042" cy="2000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3920994" y="8885284"/>
            <a:ext cx="3366023" cy="830216"/>
            <a:chOff x="0" y="0"/>
            <a:chExt cx="811042" cy="200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460988" y="3920620"/>
            <a:ext cx="3366023" cy="830216"/>
            <a:chOff x="0" y="0"/>
            <a:chExt cx="811042" cy="2000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460988" y="5904902"/>
            <a:ext cx="3366023" cy="830216"/>
            <a:chOff x="0" y="0"/>
            <a:chExt cx="811042" cy="200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460988" y="4912761"/>
            <a:ext cx="3366023" cy="830216"/>
            <a:chOff x="0" y="0"/>
            <a:chExt cx="811042" cy="2000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7460988" y="6897042"/>
            <a:ext cx="3366023" cy="830216"/>
            <a:chOff x="0" y="0"/>
            <a:chExt cx="811042" cy="2000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460988" y="7889183"/>
            <a:ext cx="3366023" cy="830216"/>
            <a:chOff x="0" y="0"/>
            <a:chExt cx="811042" cy="200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7460988" y="8885284"/>
            <a:ext cx="3366023" cy="830216"/>
            <a:chOff x="0" y="0"/>
            <a:chExt cx="811042" cy="200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000982" y="3920620"/>
            <a:ext cx="3366023" cy="830216"/>
            <a:chOff x="0" y="0"/>
            <a:chExt cx="811042" cy="2000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000982" y="5904902"/>
            <a:ext cx="3366023" cy="830216"/>
            <a:chOff x="0" y="0"/>
            <a:chExt cx="811042" cy="2000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000982" y="4912761"/>
            <a:ext cx="3366023" cy="830216"/>
            <a:chOff x="0" y="0"/>
            <a:chExt cx="811042" cy="2000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1000982" y="6897042"/>
            <a:ext cx="3366023" cy="830216"/>
            <a:chOff x="0" y="0"/>
            <a:chExt cx="811042" cy="2000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1000982" y="7889183"/>
            <a:ext cx="3366023" cy="830216"/>
            <a:chOff x="0" y="0"/>
            <a:chExt cx="811042" cy="2000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000982" y="8885284"/>
            <a:ext cx="3366023" cy="830216"/>
            <a:chOff x="0" y="0"/>
            <a:chExt cx="811042" cy="2000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540977" y="3920620"/>
            <a:ext cx="3366023" cy="830216"/>
            <a:chOff x="0" y="0"/>
            <a:chExt cx="811042" cy="2000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4540977" y="5904902"/>
            <a:ext cx="3366023" cy="830216"/>
            <a:chOff x="0" y="0"/>
            <a:chExt cx="811042" cy="2000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14540977" y="4912761"/>
            <a:ext cx="3366023" cy="830216"/>
            <a:chOff x="0" y="0"/>
            <a:chExt cx="811042" cy="2000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4540977" y="6897042"/>
            <a:ext cx="3366023" cy="830216"/>
            <a:chOff x="0" y="0"/>
            <a:chExt cx="811042" cy="20004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99" id="99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14540977" y="7889183"/>
            <a:ext cx="3366023" cy="830216"/>
            <a:chOff x="0" y="0"/>
            <a:chExt cx="811042" cy="2000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14540977" y="8885284"/>
            <a:ext cx="3366023" cy="830216"/>
            <a:chOff x="0" y="0"/>
            <a:chExt cx="811042" cy="20004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811042" cy="200040"/>
            </a:xfrm>
            <a:custGeom>
              <a:avLst/>
              <a:gdLst/>
              <a:ahLst/>
              <a:cxnLst/>
              <a:rect r="r" b="b" t="t" l="l"/>
              <a:pathLst>
                <a:path h="200040" w="811042">
                  <a:moveTo>
                    <a:pt x="46000" y="0"/>
                  </a:moveTo>
                  <a:lnTo>
                    <a:pt x="765041" y="0"/>
                  </a:lnTo>
                  <a:cubicBezTo>
                    <a:pt x="790447" y="0"/>
                    <a:pt x="811042" y="20595"/>
                    <a:pt x="811042" y="46000"/>
                  </a:cubicBezTo>
                  <a:lnTo>
                    <a:pt x="811042" y="154040"/>
                  </a:lnTo>
                  <a:cubicBezTo>
                    <a:pt x="811042" y="166240"/>
                    <a:pt x="806195" y="177940"/>
                    <a:pt x="797568" y="186567"/>
                  </a:cubicBezTo>
                  <a:cubicBezTo>
                    <a:pt x="788942" y="195194"/>
                    <a:pt x="777241" y="200040"/>
                    <a:pt x="765041" y="200040"/>
                  </a:cubicBezTo>
                  <a:lnTo>
                    <a:pt x="46000" y="200040"/>
                  </a:lnTo>
                  <a:cubicBezTo>
                    <a:pt x="20595" y="200040"/>
                    <a:pt x="0" y="179445"/>
                    <a:pt x="0" y="154040"/>
                  </a:cubicBezTo>
                  <a:lnTo>
                    <a:pt x="0" y="46000"/>
                  </a:lnTo>
                  <a:cubicBezTo>
                    <a:pt x="0" y="33800"/>
                    <a:pt x="4846" y="22100"/>
                    <a:pt x="13473" y="13473"/>
                  </a:cubicBezTo>
                  <a:cubicBezTo>
                    <a:pt x="22100" y="4846"/>
                    <a:pt x="33800" y="0"/>
                    <a:pt x="46000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38100"/>
              <a:ext cx="811042" cy="2381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696814" y="2553954"/>
            <a:ext cx="5210186" cy="765158"/>
            <a:chOff x="0" y="0"/>
            <a:chExt cx="1372230" cy="201523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372230" cy="201523"/>
            </a:xfrm>
            <a:custGeom>
              <a:avLst/>
              <a:gdLst/>
              <a:ahLst/>
              <a:cxnLst/>
              <a:rect r="r" b="b" t="t" l="l"/>
              <a:pathLst>
                <a:path h="201523" w="1372230">
                  <a:moveTo>
                    <a:pt x="100762" y="0"/>
                  </a:moveTo>
                  <a:lnTo>
                    <a:pt x="1271469" y="0"/>
                  </a:lnTo>
                  <a:cubicBezTo>
                    <a:pt x="1327118" y="0"/>
                    <a:pt x="1372230" y="45112"/>
                    <a:pt x="1372230" y="100762"/>
                  </a:cubicBezTo>
                  <a:lnTo>
                    <a:pt x="1372230" y="100762"/>
                  </a:lnTo>
                  <a:cubicBezTo>
                    <a:pt x="1372230" y="127485"/>
                    <a:pt x="1361614" y="153114"/>
                    <a:pt x="1342718" y="172011"/>
                  </a:cubicBezTo>
                  <a:cubicBezTo>
                    <a:pt x="1323821" y="190907"/>
                    <a:pt x="1298192" y="201523"/>
                    <a:pt x="1271469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-38100"/>
              <a:ext cx="1372230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09" id="109"/>
          <p:cNvSpPr txBox="true"/>
          <p:nvPr/>
        </p:nvSpPr>
        <p:spPr>
          <a:xfrm rot="0">
            <a:off x="638281" y="2740159"/>
            <a:ext cx="4695624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Core content types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6796188" y="2740159"/>
            <a:ext cx="4695624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Key messaging themes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2954095" y="2740159"/>
            <a:ext cx="4695624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Content calendar snapshot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571500" y="416904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01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1301750" y="4169041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blogs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1301750" y="51619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1301750" y="61525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1301750" y="8136833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4841875" y="4169041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videos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4841875" y="51619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4841875" y="61525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841875" y="8136833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8382000" y="4169041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infographics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8382000" y="51619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8382000" y="61525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8382000" y="8136833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11922220" y="4169041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infographics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11922220" y="51619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11922220" y="61525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11922220" y="8136833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15462381" y="4169041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infographics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15462381" y="51619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15462381" y="61525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5462381" y="8136833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4111494" y="416904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02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7648968" y="416904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03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11188962" y="416904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04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571500" y="516118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06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4111494" y="516118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07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7648968" y="516118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08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11188962" y="516118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09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571500" y="6153322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11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4111494" y="6153322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12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7648968" y="6153322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13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11188962" y="6153322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14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571500" y="714546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16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4111494" y="714546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17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7648968" y="714546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18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1188962" y="714546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19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571500" y="813760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21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4111494" y="813760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22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7648968" y="813760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23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11188962" y="813760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24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571500" y="9129744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26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4111494" y="9129744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27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7648968" y="9129744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28</a:t>
            </a:r>
          </a:p>
        </p:txBody>
      </p:sp>
      <p:sp>
        <p:nvSpPr>
          <p:cNvPr name="TextBox 155" id="155"/>
          <p:cNvSpPr txBox="true"/>
          <p:nvPr/>
        </p:nvSpPr>
        <p:spPr>
          <a:xfrm rot="0">
            <a:off x="11188962" y="9129744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29</a:t>
            </a:r>
          </a:p>
        </p:txBody>
      </p:sp>
      <p:sp>
        <p:nvSpPr>
          <p:cNvPr name="TextBox 156" id="156"/>
          <p:cNvSpPr txBox="true"/>
          <p:nvPr/>
        </p:nvSpPr>
        <p:spPr>
          <a:xfrm rot="0">
            <a:off x="14728956" y="416904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05</a:t>
            </a:r>
          </a:p>
        </p:txBody>
      </p:sp>
      <p:sp>
        <p:nvSpPr>
          <p:cNvPr name="TextBox 157" id="157"/>
          <p:cNvSpPr txBox="true"/>
          <p:nvPr/>
        </p:nvSpPr>
        <p:spPr>
          <a:xfrm rot="0">
            <a:off x="14728956" y="5161181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10</a:t>
            </a:r>
          </a:p>
        </p:txBody>
      </p:sp>
      <p:sp>
        <p:nvSpPr>
          <p:cNvPr name="TextBox 158" id="158"/>
          <p:cNvSpPr txBox="true"/>
          <p:nvPr/>
        </p:nvSpPr>
        <p:spPr>
          <a:xfrm rot="0">
            <a:off x="14728956" y="6153322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15</a:t>
            </a:r>
          </a:p>
        </p:txBody>
      </p:sp>
      <p:sp>
        <p:nvSpPr>
          <p:cNvPr name="TextBox 159" id="159"/>
          <p:cNvSpPr txBox="true"/>
          <p:nvPr/>
        </p:nvSpPr>
        <p:spPr>
          <a:xfrm rot="0">
            <a:off x="14728956" y="714546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</a:t>
            </a:r>
          </a:p>
        </p:txBody>
      </p:sp>
      <p:sp>
        <p:nvSpPr>
          <p:cNvPr name="TextBox 160" id="160"/>
          <p:cNvSpPr txBox="true"/>
          <p:nvPr/>
        </p:nvSpPr>
        <p:spPr>
          <a:xfrm rot="0">
            <a:off x="14728956" y="8137603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25</a:t>
            </a:r>
          </a:p>
        </p:txBody>
      </p:sp>
      <p:sp>
        <p:nvSpPr>
          <p:cNvPr name="TextBox 161" id="161"/>
          <p:cNvSpPr txBox="true"/>
          <p:nvPr/>
        </p:nvSpPr>
        <p:spPr>
          <a:xfrm rot="0">
            <a:off x="14728956" y="9129744"/>
            <a:ext cx="920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30</a:t>
            </a:r>
          </a:p>
        </p:txBody>
      </p:sp>
      <p:sp>
        <p:nvSpPr>
          <p:cNvPr name="TextBox 162" id="162"/>
          <p:cNvSpPr txBox="true"/>
          <p:nvPr/>
        </p:nvSpPr>
        <p:spPr>
          <a:xfrm rot="0">
            <a:off x="1301750" y="71431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3" id="163"/>
          <p:cNvSpPr txBox="true"/>
          <p:nvPr/>
        </p:nvSpPr>
        <p:spPr>
          <a:xfrm rot="0">
            <a:off x="4841875" y="71431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4" id="164"/>
          <p:cNvSpPr txBox="true"/>
          <p:nvPr/>
        </p:nvSpPr>
        <p:spPr>
          <a:xfrm rot="0">
            <a:off x="8382000" y="71431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5" id="165"/>
          <p:cNvSpPr txBox="true"/>
          <p:nvPr/>
        </p:nvSpPr>
        <p:spPr>
          <a:xfrm rot="0">
            <a:off x="11922220" y="71431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6" id="166"/>
          <p:cNvSpPr txBox="true"/>
          <p:nvPr/>
        </p:nvSpPr>
        <p:spPr>
          <a:xfrm rot="0">
            <a:off x="15462381" y="71431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7" id="167"/>
          <p:cNvSpPr txBox="true"/>
          <p:nvPr/>
        </p:nvSpPr>
        <p:spPr>
          <a:xfrm rot="0">
            <a:off x="1301750" y="91243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8" id="168"/>
          <p:cNvSpPr txBox="true"/>
          <p:nvPr/>
        </p:nvSpPr>
        <p:spPr>
          <a:xfrm rot="0">
            <a:off x="4841875" y="91243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69" id="169"/>
          <p:cNvSpPr txBox="true"/>
          <p:nvPr/>
        </p:nvSpPr>
        <p:spPr>
          <a:xfrm rot="0">
            <a:off x="8382000" y="91243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70" id="170"/>
          <p:cNvSpPr txBox="true"/>
          <p:nvPr/>
        </p:nvSpPr>
        <p:spPr>
          <a:xfrm rot="0">
            <a:off x="11922220" y="91243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  <p:sp>
        <p:nvSpPr>
          <p:cNvPr name="TextBox 171" id="171"/>
          <p:cNvSpPr txBox="true"/>
          <p:nvPr/>
        </p:nvSpPr>
        <p:spPr>
          <a:xfrm rot="0">
            <a:off x="15462381" y="9124352"/>
            <a:ext cx="206375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256170">
            <a:off x="7947800" y="5700497"/>
            <a:ext cx="16462713" cy="17420860"/>
          </a:xfrm>
          <a:custGeom>
            <a:avLst/>
            <a:gdLst/>
            <a:ahLst/>
            <a:cxnLst/>
            <a:rect r="r" b="b" t="t" l="l"/>
            <a:pathLst>
              <a:path h="17420860" w="16462713">
                <a:moveTo>
                  <a:pt x="0" y="0"/>
                </a:moveTo>
                <a:lnTo>
                  <a:pt x="16462713" y="0"/>
                </a:lnTo>
                <a:lnTo>
                  <a:pt x="16462713" y="17420860"/>
                </a:lnTo>
                <a:lnTo>
                  <a:pt x="0" y="174208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1000" y="1619776"/>
            <a:ext cx="5969000" cy="4593708"/>
            <a:chOff x="0" y="0"/>
            <a:chExt cx="1572082" cy="1209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72082" cy="1209865"/>
            </a:xfrm>
            <a:custGeom>
              <a:avLst/>
              <a:gdLst/>
              <a:ahLst/>
              <a:cxnLst/>
              <a:rect r="r" b="b" t="t" l="l"/>
              <a:pathLst>
                <a:path h="1209865" w="1572082">
                  <a:moveTo>
                    <a:pt x="67445" y="0"/>
                  </a:moveTo>
                  <a:lnTo>
                    <a:pt x="1504637" y="0"/>
                  </a:lnTo>
                  <a:cubicBezTo>
                    <a:pt x="1541886" y="0"/>
                    <a:pt x="1572082" y="30196"/>
                    <a:pt x="1572082" y="67445"/>
                  </a:cubicBezTo>
                  <a:lnTo>
                    <a:pt x="1572082" y="1142420"/>
                  </a:lnTo>
                  <a:cubicBezTo>
                    <a:pt x="1572082" y="1160308"/>
                    <a:pt x="1564977" y="1177463"/>
                    <a:pt x="1552328" y="1190111"/>
                  </a:cubicBezTo>
                  <a:cubicBezTo>
                    <a:pt x="1539680" y="1202760"/>
                    <a:pt x="1522525" y="1209865"/>
                    <a:pt x="1504637" y="1209865"/>
                  </a:cubicBezTo>
                  <a:lnTo>
                    <a:pt x="67445" y="1209865"/>
                  </a:lnTo>
                  <a:cubicBezTo>
                    <a:pt x="30196" y="1209865"/>
                    <a:pt x="0" y="1179669"/>
                    <a:pt x="0" y="1142420"/>
                  </a:cubicBezTo>
                  <a:lnTo>
                    <a:pt x="0" y="67445"/>
                  </a:lnTo>
                  <a:cubicBezTo>
                    <a:pt x="0" y="30196"/>
                    <a:pt x="30196" y="0"/>
                    <a:pt x="67445" y="0"/>
                  </a:cubicBezTo>
                  <a:close/>
                </a:path>
              </a:pathLst>
            </a:custGeom>
            <a:solidFill>
              <a:srgbClr val="000000">
                <a:alpha val="9804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72082" cy="1247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3872" y="1542170"/>
            <a:ext cx="5366563" cy="4687632"/>
          </a:xfrm>
          <a:prstGeom prst="rect">
            <a:avLst/>
          </a:prstGeom>
        </p:spPr>
      </p:pic>
      <p:grpSp>
        <p:nvGrpSpPr>
          <p:cNvPr name="Group 11" id="11"/>
          <p:cNvGrpSpPr/>
          <p:nvPr/>
        </p:nvGrpSpPr>
        <p:grpSpPr>
          <a:xfrm rot="0">
            <a:off x="7461250" y="1619776"/>
            <a:ext cx="4016886" cy="765158"/>
            <a:chOff x="0" y="0"/>
            <a:chExt cx="1057945" cy="20152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7945" cy="201523"/>
            </a:xfrm>
            <a:custGeom>
              <a:avLst/>
              <a:gdLst/>
              <a:ahLst/>
              <a:cxnLst/>
              <a:rect r="r" b="b" t="t" l="l"/>
              <a:pathLst>
                <a:path h="201523" w="1057945">
                  <a:moveTo>
                    <a:pt x="100762" y="0"/>
                  </a:moveTo>
                  <a:lnTo>
                    <a:pt x="957184" y="0"/>
                  </a:lnTo>
                  <a:cubicBezTo>
                    <a:pt x="983907" y="0"/>
                    <a:pt x="1009537" y="10616"/>
                    <a:pt x="1028433" y="29512"/>
                  </a:cubicBezTo>
                  <a:cubicBezTo>
                    <a:pt x="1047329" y="48409"/>
                    <a:pt x="1057945" y="74038"/>
                    <a:pt x="1057945" y="100762"/>
                  </a:cubicBezTo>
                  <a:lnTo>
                    <a:pt x="1057945" y="100762"/>
                  </a:lnTo>
                  <a:cubicBezTo>
                    <a:pt x="1057945" y="156411"/>
                    <a:pt x="1012833" y="201523"/>
                    <a:pt x="957184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57945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461250" y="3490636"/>
            <a:ext cx="4016886" cy="765158"/>
            <a:chOff x="0" y="0"/>
            <a:chExt cx="1057945" cy="2015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57945" cy="201523"/>
            </a:xfrm>
            <a:custGeom>
              <a:avLst/>
              <a:gdLst/>
              <a:ahLst/>
              <a:cxnLst/>
              <a:rect r="r" b="b" t="t" l="l"/>
              <a:pathLst>
                <a:path h="201523" w="1057945">
                  <a:moveTo>
                    <a:pt x="100762" y="0"/>
                  </a:moveTo>
                  <a:lnTo>
                    <a:pt x="957184" y="0"/>
                  </a:lnTo>
                  <a:cubicBezTo>
                    <a:pt x="983907" y="0"/>
                    <a:pt x="1009537" y="10616"/>
                    <a:pt x="1028433" y="29512"/>
                  </a:cubicBezTo>
                  <a:cubicBezTo>
                    <a:pt x="1047329" y="48409"/>
                    <a:pt x="1057945" y="74038"/>
                    <a:pt x="1057945" y="100762"/>
                  </a:cubicBezTo>
                  <a:lnTo>
                    <a:pt x="1057945" y="100762"/>
                  </a:lnTo>
                  <a:cubicBezTo>
                    <a:pt x="1057945" y="156411"/>
                    <a:pt x="1012833" y="201523"/>
                    <a:pt x="957184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57945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461250" y="5359115"/>
            <a:ext cx="4016886" cy="765158"/>
            <a:chOff x="0" y="0"/>
            <a:chExt cx="1057945" cy="20152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57945" cy="201523"/>
            </a:xfrm>
            <a:custGeom>
              <a:avLst/>
              <a:gdLst/>
              <a:ahLst/>
              <a:cxnLst/>
              <a:rect r="r" b="b" t="t" l="l"/>
              <a:pathLst>
                <a:path h="201523" w="1057945">
                  <a:moveTo>
                    <a:pt x="100762" y="0"/>
                  </a:moveTo>
                  <a:lnTo>
                    <a:pt x="957184" y="0"/>
                  </a:lnTo>
                  <a:cubicBezTo>
                    <a:pt x="983907" y="0"/>
                    <a:pt x="1009537" y="10616"/>
                    <a:pt x="1028433" y="29512"/>
                  </a:cubicBezTo>
                  <a:cubicBezTo>
                    <a:pt x="1047329" y="48409"/>
                    <a:pt x="1057945" y="74038"/>
                    <a:pt x="1057945" y="100762"/>
                  </a:cubicBezTo>
                  <a:lnTo>
                    <a:pt x="1057945" y="100762"/>
                  </a:lnTo>
                  <a:cubicBezTo>
                    <a:pt x="1057945" y="156411"/>
                    <a:pt x="1012833" y="201523"/>
                    <a:pt x="957184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57945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461250" y="7227594"/>
            <a:ext cx="4016886" cy="765158"/>
            <a:chOff x="0" y="0"/>
            <a:chExt cx="1057945" cy="2015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7945" cy="201523"/>
            </a:xfrm>
            <a:custGeom>
              <a:avLst/>
              <a:gdLst/>
              <a:ahLst/>
              <a:cxnLst/>
              <a:rect r="r" b="b" t="t" l="l"/>
              <a:pathLst>
                <a:path h="201523" w="1057945">
                  <a:moveTo>
                    <a:pt x="100762" y="0"/>
                  </a:moveTo>
                  <a:lnTo>
                    <a:pt x="957184" y="0"/>
                  </a:lnTo>
                  <a:cubicBezTo>
                    <a:pt x="983907" y="0"/>
                    <a:pt x="1009537" y="10616"/>
                    <a:pt x="1028433" y="29512"/>
                  </a:cubicBezTo>
                  <a:cubicBezTo>
                    <a:pt x="1047329" y="48409"/>
                    <a:pt x="1057945" y="74038"/>
                    <a:pt x="1057945" y="100762"/>
                  </a:cubicBezTo>
                  <a:lnTo>
                    <a:pt x="1057945" y="100762"/>
                  </a:lnTo>
                  <a:cubicBezTo>
                    <a:pt x="1057945" y="156411"/>
                    <a:pt x="1012833" y="201523"/>
                    <a:pt x="957184" y="201523"/>
                  </a:cubicBezTo>
                  <a:lnTo>
                    <a:pt x="100762" y="201523"/>
                  </a:lnTo>
                  <a:cubicBezTo>
                    <a:pt x="74038" y="201523"/>
                    <a:pt x="48409" y="190907"/>
                    <a:pt x="29512" y="172011"/>
                  </a:cubicBezTo>
                  <a:cubicBezTo>
                    <a:pt x="10616" y="153114"/>
                    <a:pt x="0" y="127485"/>
                    <a:pt x="0" y="100762"/>
                  </a:cubicBezTo>
                  <a:lnTo>
                    <a:pt x="0" y="100762"/>
                  </a:lnTo>
                  <a:cubicBezTo>
                    <a:pt x="0" y="74038"/>
                    <a:pt x="10616" y="48409"/>
                    <a:pt x="29512" y="29512"/>
                  </a:cubicBezTo>
                  <a:cubicBezTo>
                    <a:pt x="48409" y="10616"/>
                    <a:pt x="74038" y="0"/>
                    <a:pt x="100762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057945" cy="2396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23" id="23"/>
          <p:cNvSpPr/>
          <p:nvPr/>
        </p:nvSpPr>
        <p:spPr>
          <a:xfrm flipH="true">
            <a:off x="7461250" y="2858026"/>
            <a:ext cx="1044575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H="true">
            <a:off x="7461250" y="4728886"/>
            <a:ext cx="1044575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 flipH="true">
            <a:off x="7461250" y="6599747"/>
            <a:ext cx="1044575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 flipH="true">
            <a:off x="7461250" y="8470607"/>
            <a:ext cx="10445750" cy="0"/>
          </a:xfrm>
          <a:prstGeom prst="line">
            <a:avLst/>
          </a:prstGeom>
          <a:ln cap="flat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1000" y="6751321"/>
            <a:ext cx="5969000" cy="3088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Marketing Spend Breakdown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659605" y="1805981"/>
            <a:ext cx="3620176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Digital advertising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59605" y="3676841"/>
            <a:ext cx="3620176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Content creation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61250" y="5545320"/>
            <a:ext cx="4016886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Events &amp; sponsorships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59605" y="7413799"/>
            <a:ext cx="3620176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Tools &amp; platforms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938000" y="1515001"/>
            <a:ext cx="4857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938000" y="3385861"/>
            <a:ext cx="4857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938000" y="5254340"/>
            <a:ext cx="4857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938000" y="7123748"/>
            <a:ext cx="485775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Lorem ipsum dolor sit amet, consectetur adipiscing elit, sed do eiusmod tempor incididunt ut labore et dolore magna aliqua.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08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C2ED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9292188">
            <a:off x="4848283" y="-2278236"/>
            <a:ext cx="15260331" cy="7481201"/>
          </a:xfrm>
          <a:custGeom>
            <a:avLst/>
            <a:gdLst/>
            <a:ahLst/>
            <a:cxnLst/>
            <a:rect r="r" b="b" t="t" l="l"/>
            <a:pathLst>
              <a:path h="7481201" w="15260331">
                <a:moveTo>
                  <a:pt x="0" y="0"/>
                </a:moveTo>
                <a:lnTo>
                  <a:pt x="15260331" y="0"/>
                </a:lnTo>
                <a:lnTo>
                  <a:pt x="15260331" y="7481200"/>
                </a:lnTo>
                <a:lnTo>
                  <a:pt x="0" y="74812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50669"/>
            </a:stretch>
          </a:blipFill>
        </p:spPr>
      </p:sp>
      <p:sp>
        <p:nvSpPr>
          <p:cNvPr name="AutoShape 7" id="7"/>
          <p:cNvSpPr/>
          <p:nvPr/>
        </p:nvSpPr>
        <p:spPr>
          <a:xfrm flipH="true">
            <a:off x="-523155" y="6547485"/>
            <a:ext cx="19334310" cy="19050"/>
          </a:xfrm>
          <a:prstGeom prst="line">
            <a:avLst/>
          </a:prstGeom>
          <a:ln cap="flat" w="571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381000" y="5715000"/>
            <a:ext cx="17526000" cy="1664970"/>
          </a:xfrm>
          <a:custGeom>
            <a:avLst/>
            <a:gdLst/>
            <a:ahLst/>
            <a:cxnLst/>
            <a:rect r="r" b="b" t="t" l="l"/>
            <a:pathLst>
              <a:path h="1664970" w="17526000">
                <a:moveTo>
                  <a:pt x="0" y="0"/>
                </a:moveTo>
                <a:lnTo>
                  <a:pt x="17526000" y="0"/>
                </a:lnTo>
                <a:lnTo>
                  <a:pt x="17526000" y="1664970"/>
                </a:lnTo>
                <a:lnTo>
                  <a:pt x="0" y="16649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619991" y="6326082"/>
            <a:ext cx="442806" cy="442806"/>
          </a:xfrm>
          <a:custGeom>
            <a:avLst/>
            <a:gdLst/>
            <a:ahLst/>
            <a:cxnLst/>
            <a:rect r="r" b="b" t="t" l="l"/>
            <a:pathLst>
              <a:path h="442806" w="442806">
                <a:moveTo>
                  <a:pt x="0" y="0"/>
                </a:moveTo>
                <a:lnTo>
                  <a:pt x="442806" y="0"/>
                </a:lnTo>
                <a:lnTo>
                  <a:pt x="442806" y="442806"/>
                </a:lnTo>
                <a:lnTo>
                  <a:pt x="0" y="4428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97507" y="6326082"/>
            <a:ext cx="442806" cy="442806"/>
          </a:xfrm>
          <a:custGeom>
            <a:avLst/>
            <a:gdLst/>
            <a:ahLst/>
            <a:cxnLst/>
            <a:rect r="r" b="b" t="t" l="l"/>
            <a:pathLst>
              <a:path h="442806" w="442806">
                <a:moveTo>
                  <a:pt x="0" y="0"/>
                </a:moveTo>
                <a:lnTo>
                  <a:pt x="442806" y="0"/>
                </a:lnTo>
                <a:lnTo>
                  <a:pt x="442806" y="442806"/>
                </a:lnTo>
                <a:lnTo>
                  <a:pt x="0" y="4428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64638" y="6326082"/>
            <a:ext cx="442806" cy="442806"/>
          </a:xfrm>
          <a:custGeom>
            <a:avLst/>
            <a:gdLst/>
            <a:ahLst/>
            <a:cxnLst/>
            <a:rect r="r" b="b" t="t" l="l"/>
            <a:pathLst>
              <a:path h="442806" w="442806">
                <a:moveTo>
                  <a:pt x="0" y="0"/>
                </a:moveTo>
                <a:lnTo>
                  <a:pt x="442806" y="0"/>
                </a:lnTo>
                <a:lnTo>
                  <a:pt x="442806" y="442806"/>
                </a:lnTo>
                <a:lnTo>
                  <a:pt x="0" y="44280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202150" y="6326082"/>
            <a:ext cx="442806" cy="442806"/>
          </a:xfrm>
          <a:custGeom>
            <a:avLst/>
            <a:gdLst/>
            <a:ahLst/>
            <a:cxnLst/>
            <a:rect r="r" b="b" t="t" l="l"/>
            <a:pathLst>
              <a:path h="442806" w="442806">
                <a:moveTo>
                  <a:pt x="0" y="0"/>
                </a:moveTo>
                <a:lnTo>
                  <a:pt x="442806" y="0"/>
                </a:lnTo>
                <a:lnTo>
                  <a:pt x="442806" y="442806"/>
                </a:lnTo>
                <a:lnTo>
                  <a:pt x="0" y="44280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3250" y="1872381"/>
            <a:ext cx="145415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Project Phases &amp; Deadlines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81000" y="7776210"/>
            <a:ext cx="29845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 dolor in reprehenderit in voluptate velit esse cillum dolore eu fugiat nulla pariatur.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867275" y="4067175"/>
            <a:ext cx="2974975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 dolor in reprehenderit in voluptate velit esse cillum dolore eu fugiat nulla pariatur.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48800" y="7776210"/>
            <a:ext cx="3215838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 dolor in reprehenderit in voluptate velit esse cillum dolore eu fugiat nulla pariatur.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66825" y="4067175"/>
            <a:ext cx="319405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Duis aute irure dolor in reprehenderit in voluptate velit esse cillum dolore eu fugiat nulla pariatur.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62000" y="6162992"/>
            <a:ext cx="187325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Research &amp; Planning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48275" y="6162992"/>
            <a:ext cx="187325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</a:t>
            </a: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aunch Campaign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9800" y="6162992"/>
            <a:ext cx="220345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Ongoing Optimization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347825" y="6162992"/>
            <a:ext cx="1873250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</a:t>
            </a: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eview &amp; Adjust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2E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9758121">
            <a:off x="-3002751" y="-13558370"/>
            <a:ext cx="15721002" cy="16635981"/>
          </a:xfrm>
          <a:custGeom>
            <a:avLst/>
            <a:gdLst/>
            <a:ahLst/>
            <a:cxnLst/>
            <a:rect r="r" b="b" t="t" l="l"/>
            <a:pathLst>
              <a:path h="16635981" w="15721002">
                <a:moveTo>
                  <a:pt x="0" y="0"/>
                </a:moveTo>
                <a:lnTo>
                  <a:pt x="15721002" y="0"/>
                </a:lnTo>
                <a:lnTo>
                  <a:pt x="15721002" y="16635981"/>
                </a:lnTo>
                <a:lnTo>
                  <a:pt x="0" y="166359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1000" y="571500"/>
            <a:ext cx="2385479" cy="576981"/>
            <a:chOff x="0" y="0"/>
            <a:chExt cx="628274" cy="1519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28274" cy="151962"/>
            </a:xfrm>
            <a:custGeom>
              <a:avLst/>
              <a:gdLst/>
              <a:ahLst/>
              <a:cxnLst/>
              <a:rect r="r" b="b" t="t" l="l"/>
              <a:pathLst>
                <a:path h="151962" w="628274">
                  <a:moveTo>
                    <a:pt x="75981" y="0"/>
                  </a:moveTo>
                  <a:lnTo>
                    <a:pt x="552293" y="0"/>
                  </a:lnTo>
                  <a:cubicBezTo>
                    <a:pt x="594256" y="0"/>
                    <a:pt x="628274" y="34018"/>
                    <a:pt x="628274" y="75981"/>
                  </a:cubicBezTo>
                  <a:lnTo>
                    <a:pt x="628274" y="75981"/>
                  </a:lnTo>
                  <a:cubicBezTo>
                    <a:pt x="628274" y="96133"/>
                    <a:pt x="620269" y="115459"/>
                    <a:pt x="606020" y="129708"/>
                  </a:cubicBezTo>
                  <a:cubicBezTo>
                    <a:pt x="591771" y="143957"/>
                    <a:pt x="572445" y="151962"/>
                    <a:pt x="552293" y="151962"/>
                  </a:cubicBezTo>
                  <a:lnTo>
                    <a:pt x="75981" y="151962"/>
                  </a:lnTo>
                  <a:cubicBezTo>
                    <a:pt x="34018" y="151962"/>
                    <a:pt x="0" y="117944"/>
                    <a:pt x="0" y="75981"/>
                  </a:cubicBezTo>
                  <a:lnTo>
                    <a:pt x="0" y="75981"/>
                  </a:lnTo>
                  <a:cubicBezTo>
                    <a:pt x="0" y="34018"/>
                    <a:pt x="34018" y="0"/>
                    <a:pt x="75981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28274" cy="1900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5017" y="693621"/>
            <a:ext cx="326085" cy="332740"/>
          </a:xfrm>
          <a:custGeom>
            <a:avLst/>
            <a:gdLst/>
            <a:ahLst/>
            <a:cxnLst/>
            <a:rect r="r" b="b" t="t" l="l"/>
            <a:pathLst>
              <a:path h="332740" w="326085">
                <a:moveTo>
                  <a:pt x="0" y="0"/>
                </a:moveTo>
                <a:lnTo>
                  <a:pt x="326085" y="0"/>
                </a:lnTo>
                <a:lnTo>
                  <a:pt x="326085" y="332740"/>
                </a:lnTo>
                <a:lnTo>
                  <a:pt x="0" y="3327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81000" y="3767196"/>
            <a:ext cx="2812681" cy="4094044"/>
            <a:chOff x="0" y="0"/>
            <a:chExt cx="777754" cy="11320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51388" y="0"/>
                  </a:moveTo>
                  <a:lnTo>
                    <a:pt x="626366" y="0"/>
                  </a:lnTo>
                  <a:cubicBezTo>
                    <a:pt x="666517" y="0"/>
                    <a:pt x="705023" y="15950"/>
                    <a:pt x="733413" y="44340"/>
                  </a:cubicBezTo>
                  <a:cubicBezTo>
                    <a:pt x="761804" y="72731"/>
                    <a:pt x="777754" y="111237"/>
                    <a:pt x="777754" y="151388"/>
                  </a:cubicBezTo>
                  <a:lnTo>
                    <a:pt x="777754" y="980684"/>
                  </a:lnTo>
                  <a:cubicBezTo>
                    <a:pt x="777754" y="1020835"/>
                    <a:pt x="761804" y="1059341"/>
                    <a:pt x="733413" y="1087732"/>
                  </a:cubicBezTo>
                  <a:cubicBezTo>
                    <a:pt x="705023" y="1116122"/>
                    <a:pt x="666517" y="1132072"/>
                    <a:pt x="626366" y="1132072"/>
                  </a:cubicBezTo>
                  <a:lnTo>
                    <a:pt x="151388" y="1132072"/>
                  </a:lnTo>
                  <a:cubicBezTo>
                    <a:pt x="111237" y="1132072"/>
                    <a:pt x="72731" y="1116122"/>
                    <a:pt x="44340" y="1087732"/>
                  </a:cubicBezTo>
                  <a:cubicBezTo>
                    <a:pt x="15950" y="1059341"/>
                    <a:pt x="0" y="1020835"/>
                    <a:pt x="0" y="980684"/>
                  </a:cubicBezTo>
                  <a:lnTo>
                    <a:pt x="0" y="151388"/>
                  </a:lnTo>
                  <a:cubicBezTo>
                    <a:pt x="0" y="111237"/>
                    <a:pt x="15950" y="72731"/>
                    <a:pt x="44340" y="44340"/>
                  </a:cubicBezTo>
                  <a:cubicBezTo>
                    <a:pt x="72731" y="15950"/>
                    <a:pt x="111237" y="0"/>
                    <a:pt x="151388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857750" y="3767196"/>
            <a:ext cx="2812681" cy="4094044"/>
            <a:chOff x="0" y="0"/>
            <a:chExt cx="777754" cy="11320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51388" y="0"/>
                  </a:moveTo>
                  <a:lnTo>
                    <a:pt x="626366" y="0"/>
                  </a:lnTo>
                  <a:cubicBezTo>
                    <a:pt x="666517" y="0"/>
                    <a:pt x="705023" y="15950"/>
                    <a:pt x="733413" y="44340"/>
                  </a:cubicBezTo>
                  <a:cubicBezTo>
                    <a:pt x="761804" y="72731"/>
                    <a:pt x="777754" y="111237"/>
                    <a:pt x="777754" y="151388"/>
                  </a:cubicBezTo>
                  <a:lnTo>
                    <a:pt x="777754" y="980684"/>
                  </a:lnTo>
                  <a:cubicBezTo>
                    <a:pt x="777754" y="1020835"/>
                    <a:pt x="761804" y="1059341"/>
                    <a:pt x="733413" y="1087732"/>
                  </a:cubicBezTo>
                  <a:cubicBezTo>
                    <a:pt x="705023" y="1116122"/>
                    <a:pt x="666517" y="1132072"/>
                    <a:pt x="626366" y="1132072"/>
                  </a:cubicBezTo>
                  <a:lnTo>
                    <a:pt x="151388" y="1132072"/>
                  </a:lnTo>
                  <a:cubicBezTo>
                    <a:pt x="111237" y="1132072"/>
                    <a:pt x="72731" y="1116122"/>
                    <a:pt x="44340" y="1087732"/>
                  </a:cubicBezTo>
                  <a:cubicBezTo>
                    <a:pt x="15950" y="1059341"/>
                    <a:pt x="0" y="1020835"/>
                    <a:pt x="0" y="980684"/>
                  </a:cubicBezTo>
                  <a:lnTo>
                    <a:pt x="0" y="151388"/>
                  </a:lnTo>
                  <a:cubicBezTo>
                    <a:pt x="0" y="111237"/>
                    <a:pt x="15950" y="72731"/>
                    <a:pt x="44340" y="44340"/>
                  </a:cubicBezTo>
                  <a:cubicBezTo>
                    <a:pt x="72731" y="15950"/>
                    <a:pt x="111237" y="0"/>
                    <a:pt x="151388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321120" y="5104376"/>
            <a:ext cx="4213804" cy="4094044"/>
            <a:chOff x="0" y="0"/>
            <a:chExt cx="1165188" cy="11320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65188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65188">
                  <a:moveTo>
                    <a:pt x="101050" y="0"/>
                  </a:moveTo>
                  <a:lnTo>
                    <a:pt x="1064138" y="0"/>
                  </a:lnTo>
                  <a:cubicBezTo>
                    <a:pt x="1119946" y="0"/>
                    <a:pt x="1165188" y="45242"/>
                    <a:pt x="1165188" y="101050"/>
                  </a:cubicBezTo>
                  <a:lnTo>
                    <a:pt x="1165188" y="1031022"/>
                  </a:lnTo>
                  <a:cubicBezTo>
                    <a:pt x="1165188" y="1057822"/>
                    <a:pt x="1154541" y="1083525"/>
                    <a:pt x="1135591" y="1102475"/>
                  </a:cubicBezTo>
                  <a:cubicBezTo>
                    <a:pt x="1116640" y="1121426"/>
                    <a:pt x="1090938" y="1132072"/>
                    <a:pt x="1064138" y="1132072"/>
                  </a:cubicBezTo>
                  <a:lnTo>
                    <a:pt x="101050" y="1132072"/>
                  </a:lnTo>
                  <a:cubicBezTo>
                    <a:pt x="74250" y="1132072"/>
                    <a:pt x="48547" y="1121426"/>
                    <a:pt x="29597" y="1102475"/>
                  </a:cubicBezTo>
                  <a:cubicBezTo>
                    <a:pt x="10646" y="1083525"/>
                    <a:pt x="0" y="1057822"/>
                    <a:pt x="0" y="1031022"/>
                  </a:cubicBezTo>
                  <a:lnTo>
                    <a:pt x="0" y="101050"/>
                  </a:lnTo>
                  <a:cubicBezTo>
                    <a:pt x="0" y="74250"/>
                    <a:pt x="10646" y="48547"/>
                    <a:pt x="29597" y="29597"/>
                  </a:cubicBezTo>
                  <a:cubicBezTo>
                    <a:pt x="48547" y="10646"/>
                    <a:pt x="74250" y="0"/>
                    <a:pt x="10105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165188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-5400000">
            <a:off x="4797870" y="5104376"/>
            <a:ext cx="4213804" cy="4094044"/>
            <a:chOff x="0" y="0"/>
            <a:chExt cx="1165188" cy="11320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65188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65188">
                  <a:moveTo>
                    <a:pt x="101050" y="0"/>
                  </a:moveTo>
                  <a:lnTo>
                    <a:pt x="1064138" y="0"/>
                  </a:lnTo>
                  <a:cubicBezTo>
                    <a:pt x="1119946" y="0"/>
                    <a:pt x="1165188" y="45242"/>
                    <a:pt x="1165188" y="101050"/>
                  </a:cubicBezTo>
                  <a:lnTo>
                    <a:pt x="1165188" y="1031022"/>
                  </a:lnTo>
                  <a:cubicBezTo>
                    <a:pt x="1165188" y="1057822"/>
                    <a:pt x="1154541" y="1083525"/>
                    <a:pt x="1135591" y="1102475"/>
                  </a:cubicBezTo>
                  <a:cubicBezTo>
                    <a:pt x="1116640" y="1121426"/>
                    <a:pt x="1090938" y="1132072"/>
                    <a:pt x="1064138" y="1132072"/>
                  </a:cubicBezTo>
                  <a:lnTo>
                    <a:pt x="101050" y="1132072"/>
                  </a:lnTo>
                  <a:cubicBezTo>
                    <a:pt x="74250" y="1132072"/>
                    <a:pt x="48547" y="1121426"/>
                    <a:pt x="29597" y="1102475"/>
                  </a:cubicBezTo>
                  <a:cubicBezTo>
                    <a:pt x="10646" y="1083525"/>
                    <a:pt x="0" y="1057822"/>
                    <a:pt x="0" y="1031022"/>
                  </a:cubicBezTo>
                  <a:lnTo>
                    <a:pt x="0" y="101050"/>
                  </a:lnTo>
                  <a:cubicBezTo>
                    <a:pt x="0" y="74250"/>
                    <a:pt x="10646" y="48547"/>
                    <a:pt x="29597" y="29597"/>
                  </a:cubicBezTo>
                  <a:cubicBezTo>
                    <a:pt x="48547" y="10646"/>
                    <a:pt x="74250" y="0"/>
                    <a:pt x="101050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65188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2592737" y="4443552"/>
            <a:ext cx="1201888" cy="1201888"/>
          </a:xfrm>
          <a:custGeom>
            <a:avLst/>
            <a:gdLst/>
            <a:ahLst/>
            <a:cxnLst/>
            <a:rect r="r" b="b" t="t" l="l"/>
            <a:pathLst>
              <a:path h="1201888" w="1201888">
                <a:moveTo>
                  <a:pt x="0" y="0"/>
                </a:moveTo>
                <a:lnTo>
                  <a:pt x="1201889" y="0"/>
                </a:lnTo>
                <a:lnTo>
                  <a:pt x="1201889" y="1201889"/>
                </a:lnTo>
                <a:lnTo>
                  <a:pt x="0" y="1201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069487" y="4443552"/>
            <a:ext cx="1201888" cy="1201888"/>
          </a:xfrm>
          <a:custGeom>
            <a:avLst/>
            <a:gdLst/>
            <a:ahLst/>
            <a:cxnLst/>
            <a:rect r="r" b="b" t="t" l="l"/>
            <a:pathLst>
              <a:path h="1201888" w="1201888">
                <a:moveTo>
                  <a:pt x="0" y="0"/>
                </a:moveTo>
                <a:lnTo>
                  <a:pt x="1201889" y="0"/>
                </a:lnTo>
                <a:lnTo>
                  <a:pt x="1201889" y="1201889"/>
                </a:lnTo>
                <a:lnTo>
                  <a:pt x="0" y="1201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3354238" y="3767196"/>
            <a:ext cx="1122512" cy="112251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830988" y="3767196"/>
            <a:ext cx="1122512" cy="1122512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0" y="3767196"/>
            <a:ext cx="2812681" cy="4094044"/>
            <a:chOff x="0" y="0"/>
            <a:chExt cx="777754" cy="113207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51388" y="0"/>
                  </a:moveTo>
                  <a:lnTo>
                    <a:pt x="626366" y="0"/>
                  </a:lnTo>
                  <a:cubicBezTo>
                    <a:pt x="666517" y="0"/>
                    <a:pt x="705023" y="15950"/>
                    <a:pt x="733413" y="44340"/>
                  </a:cubicBezTo>
                  <a:cubicBezTo>
                    <a:pt x="761804" y="72731"/>
                    <a:pt x="777754" y="111237"/>
                    <a:pt x="777754" y="151388"/>
                  </a:cubicBezTo>
                  <a:lnTo>
                    <a:pt x="777754" y="980684"/>
                  </a:lnTo>
                  <a:cubicBezTo>
                    <a:pt x="777754" y="1020835"/>
                    <a:pt x="761804" y="1059341"/>
                    <a:pt x="733413" y="1087732"/>
                  </a:cubicBezTo>
                  <a:cubicBezTo>
                    <a:pt x="705023" y="1116122"/>
                    <a:pt x="666517" y="1132072"/>
                    <a:pt x="626366" y="1132072"/>
                  </a:cubicBezTo>
                  <a:lnTo>
                    <a:pt x="151388" y="1132072"/>
                  </a:lnTo>
                  <a:cubicBezTo>
                    <a:pt x="111237" y="1132072"/>
                    <a:pt x="72731" y="1116122"/>
                    <a:pt x="44340" y="1087732"/>
                  </a:cubicBezTo>
                  <a:cubicBezTo>
                    <a:pt x="15950" y="1059341"/>
                    <a:pt x="0" y="1020835"/>
                    <a:pt x="0" y="980684"/>
                  </a:cubicBezTo>
                  <a:lnTo>
                    <a:pt x="0" y="151388"/>
                  </a:lnTo>
                  <a:cubicBezTo>
                    <a:pt x="0" y="111237"/>
                    <a:pt x="15950" y="72731"/>
                    <a:pt x="44340" y="44340"/>
                  </a:cubicBezTo>
                  <a:cubicBezTo>
                    <a:pt x="72731" y="15950"/>
                    <a:pt x="111237" y="0"/>
                    <a:pt x="151388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-5400000">
            <a:off x="9274620" y="5104376"/>
            <a:ext cx="4213804" cy="4094044"/>
            <a:chOff x="0" y="0"/>
            <a:chExt cx="1165188" cy="113207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165188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65188">
                  <a:moveTo>
                    <a:pt x="101050" y="0"/>
                  </a:moveTo>
                  <a:lnTo>
                    <a:pt x="1064138" y="0"/>
                  </a:lnTo>
                  <a:cubicBezTo>
                    <a:pt x="1119946" y="0"/>
                    <a:pt x="1165188" y="45242"/>
                    <a:pt x="1165188" y="101050"/>
                  </a:cubicBezTo>
                  <a:lnTo>
                    <a:pt x="1165188" y="1031022"/>
                  </a:lnTo>
                  <a:cubicBezTo>
                    <a:pt x="1165188" y="1057822"/>
                    <a:pt x="1154541" y="1083525"/>
                    <a:pt x="1135591" y="1102475"/>
                  </a:cubicBezTo>
                  <a:cubicBezTo>
                    <a:pt x="1116640" y="1121426"/>
                    <a:pt x="1090938" y="1132072"/>
                    <a:pt x="1064138" y="1132072"/>
                  </a:cubicBezTo>
                  <a:lnTo>
                    <a:pt x="101050" y="1132072"/>
                  </a:lnTo>
                  <a:cubicBezTo>
                    <a:pt x="74250" y="1132072"/>
                    <a:pt x="48547" y="1121426"/>
                    <a:pt x="29597" y="1102475"/>
                  </a:cubicBezTo>
                  <a:cubicBezTo>
                    <a:pt x="10646" y="1083525"/>
                    <a:pt x="0" y="1057822"/>
                    <a:pt x="0" y="1031022"/>
                  </a:cubicBezTo>
                  <a:lnTo>
                    <a:pt x="0" y="101050"/>
                  </a:lnTo>
                  <a:cubicBezTo>
                    <a:pt x="0" y="74250"/>
                    <a:pt x="10646" y="48547"/>
                    <a:pt x="29597" y="29597"/>
                  </a:cubicBezTo>
                  <a:cubicBezTo>
                    <a:pt x="48547" y="10646"/>
                    <a:pt x="74250" y="0"/>
                    <a:pt x="101050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165188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1546237" y="4443552"/>
            <a:ext cx="1201888" cy="1201888"/>
          </a:xfrm>
          <a:custGeom>
            <a:avLst/>
            <a:gdLst/>
            <a:ahLst/>
            <a:cxnLst/>
            <a:rect r="r" b="b" t="t" l="l"/>
            <a:pathLst>
              <a:path h="1201888" w="1201888">
                <a:moveTo>
                  <a:pt x="0" y="0"/>
                </a:moveTo>
                <a:lnTo>
                  <a:pt x="1201889" y="0"/>
                </a:lnTo>
                <a:lnTo>
                  <a:pt x="1201889" y="1201889"/>
                </a:lnTo>
                <a:lnTo>
                  <a:pt x="0" y="12018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307738" y="3767196"/>
            <a:ext cx="1122512" cy="1122512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811250" y="3767196"/>
            <a:ext cx="2812681" cy="4094044"/>
            <a:chOff x="0" y="0"/>
            <a:chExt cx="777754" cy="11320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77754" cy="1132072"/>
            </a:xfrm>
            <a:custGeom>
              <a:avLst/>
              <a:gdLst/>
              <a:ahLst/>
              <a:cxnLst/>
              <a:rect r="r" b="b" t="t" l="l"/>
              <a:pathLst>
                <a:path h="1132072" w="777754">
                  <a:moveTo>
                    <a:pt x="151388" y="0"/>
                  </a:moveTo>
                  <a:lnTo>
                    <a:pt x="626366" y="0"/>
                  </a:lnTo>
                  <a:cubicBezTo>
                    <a:pt x="666517" y="0"/>
                    <a:pt x="705023" y="15950"/>
                    <a:pt x="733413" y="44340"/>
                  </a:cubicBezTo>
                  <a:cubicBezTo>
                    <a:pt x="761804" y="72731"/>
                    <a:pt x="777754" y="111237"/>
                    <a:pt x="777754" y="151388"/>
                  </a:cubicBezTo>
                  <a:lnTo>
                    <a:pt x="777754" y="980684"/>
                  </a:lnTo>
                  <a:cubicBezTo>
                    <a:pt x="777754" y="1020835"/>
                    <a:pt x="761804" y="1059341"/>
                    <a:pt x="733413" y="1087732"/>
                  </a:cubicBezTo>
                  <a:cubicBezTo>
                    <a:pt x="705023" y="1116122"/>
                    <a:pt x="666517" y="1132072"/>
                    <a:pt x="626366" y="1132072"/>
                  </a:cubicBezTo>
                  <a:lnTo>
                    <a:pt x="151388" y="1132072"/>
                  </a:lnTo>
                  <a:cubicBezTo>
                    <a:pt x="111237" y="1132072"/>
                    <a:pt x="72731" y="1116122"/>
                    <a:pt x="44340" y="1087732"/>
                  </a:cubicBezTo>
                  <a:cubicBezTo>
                    <a:pt x="15950" y="1059341"/>
                    <a:pt x="0" y="1020835"/>
                    <a:pt x="0" y="980684"/>
                  </a:cubicBezTo>
                  <a:lnTo>
                    <a:pt x="0" y="151388"/>
                  </a:lnTo>
                  <a:cubicBezTo>
                    <a:pt x="0" y="111237"/>
                    <a:pt x="15950" y="72731"/>
                    <a:pt x="44340" y="44340"/>
                  </a:cubicBezTo>
                  <a:cubicBezTo>
                    <a:pt x="72731" y="15950"/>
                    <a:pt x="111237" y="0"/>
                    <a:pt x="151388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777754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-5400000">
            <a:off x="13751370" y="5104376"/>
            <a:ext cx="4213804" cy="4094044"/>
            <a:chOff x="0" y="0"/>
            <a:chExt cx="1165188" cy="113207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65188" cy="1132072"/>
            </a:xfrm>
            <a:custGeom>
              <a:avLst/>
              <a:gdLst/>
              <a:ahLst/>
              <a:cxnLst/>
              <a:rect r="r" b="b" t="t" l="l"/>
              <a:pathLst>
                <a:path h="1132072" w="1165188">
                  <a:moveTo>
                    <a:pt x="101050" y="0"/>
                  </a:moveTo>
                  <a:lnTo>
                    <a:pt x="1064138" y="0"/>
                  </a:lnTo>
                  <a:cubicBezTo>
                    <a:pt x="1119946" y="0"/>
                    <a:pt x="1165188" y="45242"/>
                    <a:pt x="1165188" y="101050"/>
                  </a:cubicBezTo>
                  <a:lnTo>
                    <a:pt x="1165188" y="1031022"/>
                  </a:lnTo>
                  <a:cubicBezTo>
                    <a:pt x="1165188" y="1057822"/>
                    <a:pt x="1154541" y="1083525"/>
                    <a:pt x="1135591" y="1102475"/>
                  </a:cubicBezTo>
                  <a:cubicBezTo>
                    <a:pt x="1116640" y="1121426"/>
                    <a:pt x="1090938" y="1132072"/>
                    <a:pt x="1064138" y="1132072"/>
                  </a:cubicBezTo>
                  <a:lnTo>
                    <a:pt x="101050" y="1132072"/>
                  </a:lnTo>
                  <a:cubicBezTo>
                    <a:pt x="74250" y="1132072"/>
                    <a:pt x="48547" y="1121426"/>
                    <a:pt x="29597" y="1102475"/>
                  </a:cubicBezTo>
                  <a:cubicBezTo>
                    <a:pt x="10646" y="1083525"/>
                    <a:pt x="0" y="1057822"/>
                    <a:pt x="0" y="1031022"/>
                  </a:cubicBezTo>
                  <a:lnTo>
                    <a:pt x="0" y="101050"/>
                  </a:lnTo>
                  <a:cubicBezTo>
                    <a:pt x="0" y="74250"/>
                    <a:pt x="10646" y="48547"/>
                    <a:pt x="29597" y="29597"/>
                  </a:cubicBezTo>
                  <a:cubicBezTo>
                    <a:pt x="48547" y="10646"/>
                    <a:pt x="74250" y="0"/>
                    <a:pt x="101050" y="0"/>
                  </a:cubicBezTo>
                  <a:close/>
                </a:path>
              </a:pathLst>
            </a:custGeom>
            <a:solidFill>
              <a:srgbClr val="708A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165188" cy="11701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6022987" y="4443552"/>
            <a:ext cx="1201888" cy="1201888"/>
          </a:xfrm>
          <a:custGeom>
            <a:avLst/>
            <a:gdLst/>
            <a:ahLst/>
            <a:cxnLst/>
            <a:rect r="r" b="b" t="t" l="l"/>
            <a:pathLst>
              <a:path h="1201888" w="1201888">
                <a:moveTo>
                  <a:pt x="0" y="0"/>
                </a:moveTo>
                <a:lnTo>
                  <a:pt x="1201889" y="0"/>
                </a:lnTo>
                <a:lnTo>
                  <a:pt x="1201889" y="1201889"/>
                </a:lnTo>
                <a:lnTo>
                  <a:pt x="0" y="120188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6784488" y="3767196"/>
            <a:ext cx="1122512" cy="1122512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3663632" y="4076591"/>
            <a:ext cx="503723" cy="503723"/>
          </a:xfrm>
          <a:custGeom>
            <a:avLst/>
            <a:gdLst/>
            <a:ahLst/>
            <a:cxnLst/>
            <a:rect r="r" b="b" t="t" l="l"/>
            <a:pathLst>
              <a:path h="503723" w="503723">
                <a:moveTo>
                  <a:pt x="0" y="0"/>
                </a:moveTo>
                <a:lnTo>
                  <a:pt x="503724" y="0"/>
                </a:lnTo>
                <a:lnTo>
                  <a:pt x="503724" y="503723"/>
                </a:lnTo>
                <a:lnTo>
                  <a:pt x="0" y="50372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8052370" y="3974877"/>
            <a:ext cx="679748" cy="707150"/>
          </a:xfrm>
          <a:custGeom>
            <a:avLst/>
            <a:gdLst/>
            <a:ahLst/>
            <a:cxnLst/>
            <a:rect r="r" b="b" t="t" l="l"/>
            <a:pathLst>
              <a:path h="707150" w="679748">
                <a:moveTo>
                  <a:pt x="0" y="0"/>
                </a:moveTo>
                <a:lnTo>
                  <a:pt x="679748" y="0"/>
                </a:lnTo>
                <a:lnTo>
                  <a:pt x="679748" y="707150"/>
                </a:lnTo>
                <a:lnTo>
                  <a:pt x="0" y="7071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542384" y="4031645"/>
            <a:ext cx="653220" cy="593614"/>
          </a:xfrm>
          <a:custGeom>
            <a:avLst/>
            <a:gdLst/>
            <a:ahLst/>
            <a:cxnLst/>
            <a:rect r="r" b="b" t="t" l="l"/>
            <a:pathLst>
              <a:path h="593614" w="653220">
                <a:moveTo>
                  <a:pt x="0" y="0"/>
                </a:moveTo>
                <a:lnTo>
                  <a:pt x="653220" y="0"/>
                </a:lnTo>
                <a:lnTo>
                  <a:pt x="653220" y="593614"/>
                </a:lnTo>
                <a:lnTo>
                  <a:pt x="0" y="593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7088635" y="4031645"/>
            <a:ext cx="514218" cy="593614"/>
          </a:xfrm>
          <a:custGeom>
            <a:avLst/>
            <a:gdLst/>
            <a:ahLst/>
            <a:cxnLst/>
            <a:rect r="r" b="b" t="t" l="l"/>
            <a:pathLst>
              <a:path h="593614" w="514218">
                <a:moveTo>
                  <a:pt x="0" y="0"/>
                </a:moveTo>
                <a:lnTo>
                  <a:pt x="514218" y="0"/>
                </a:lnTo>
                <a:lnTo>
                  <a:pt x="514218" y="593614"/>
                </a:lnTo>
                <a:lnTo>
                  <a:pt x="0" y="59361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094452" y="713306"/>
            <a:ext cx="1542171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</a:t>
            </a: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alford Co.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414750" y="581025"/>
            <a:ext cx="1492250" cy="30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b="true" sz="2100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2030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365500" y="1681881"/>
            <a:ext cx="11557000" cy="1087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19"/>
              </a:lnSpc>
            </a:pP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</a:t>
            </a:r>
            <a:r>
              <a:rPr lang="en-US" sz="8799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ey Metrics to Track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62000" y="4105166"/>
            <a:ext cx="1666022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W</a:t>
            </a: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ebsite traffic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5238750" y="4105166"/>
            <a:ext cx="2047875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Conversion rate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713794" y="4105166"/>
            <a:ext cx="2224206" cy="797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</a:t>
            </a:r>
            <a:r>
              <a:rPr lang="en-US" sz="2800" b="true">
                <a:solidFill>
                  <a:srgbClr val="000000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ead generation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190544" y="4105166"/>
            <a:ext cx="1442268" cy="402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 b="true">
                <a:solidFill>
                  <a:srgbClr val="FDFDFD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ROI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62000" y="5102751"/>
            <a:ext cx="2603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238750" y="5102751"/>
            <a:ext cx="2603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715500" y="5102751"/>
            <a:ext cx="2603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4192250" y="5102751"/>
            <a:ext cx="260350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DFDFD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Ut enim ad minim veniam, quis nostrud exercitation ullamco.</a:t>
            </a:r>
          </a:p>
        </p:txBody>
      </p:sp>
      <p:pic>
        <p:nvPicPr>
          <p:cNvPr name="Picture 62" id="62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421464" y="6143340"/>
            <a:ext cx="4086427" cy="310386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5052500" y="6122432"/>
            <a:ext cx="3760650" cy="3101426"/>
          </a:xfrm>
          <a:prstGeom prst="rect">
            <a:avLst/>
          </a:prstGeom>
        </p:spPr>
      </p:pic>
      <p:pic>
        <p:nvPicPr>
          <p:cNvPr name="Picture 64" id="6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9337038" y="6024083"/>
            <a:ext cx="4178172" cy="3230763"/>
          </a:xfrm>
          <a:prstGeom prst="rect">
            <a:avLst/>
          </a:prstGeom>
        </p:spPr>
      </p:pic>
      <p:pic>
        <p:nvPicPr>
          <p:cNvPr name="Picture 65" id="65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13856998" y="6527860"/>
            <a:ext cx="4002547" cy="233481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DAHTRPEUeJc</dc:identifier>
  <dcterms:modified xsi:type="dcterms:W3CDTF">2011-08-01T06:04:30Z</dcterms:modified>
  <cp:revision>1</cp:revision>
  <dc:title>Green Black and White Modern Marketing Strategy Presentation</dc:title>
</cp:coreProperties>
</file>