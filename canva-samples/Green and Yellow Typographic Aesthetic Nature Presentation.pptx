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Noto Serif Bengali SemiCondensed" charset="1" panose="00000000000000000000"/>
      <p:regular r:id="rId21"/>
    </p:embeddedFont>
    <p:embeddedFont>
      <p:font typeface="Sloop Script Pro" charset="1" panose="00000000000000090000"/>
      <p:regular r:id="rId22"/>
    </p:embeddedFont>
    <p:embeddedFont>
      <p:font typeface="Noto Serif Bengali SemiCondensed Light"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159" r="0" b="-17396"/>
            </a:stretch>
          </a:blipFill>
        </p:spPr>
      </p:sp>
      <p:sp>
        <p:nvSpPr>
          <p:cNvPr name="TextBox 3" id="3"/>
          <p:cNvSpPr txBox="true"/>
          <p:nvPr/>
        </p:nvSpPr>
        <p:spPr>
          <a:xfrm rot="0">
            <a:off x="4535643" y="3159397"/>
            <a:ext cx="9530444" cy="3843141"/>
          </a:xfrm>
          <a:prstGeom prst="rect">
            <a:avLst/>
          </a:prstGeom>
        </p:spPr>
        <p:txBody>
          <a:bodyPr anchor="t" rtlCol="false" tIns="0" lIns="0" bIns="0" rIns="0">
            <a:spAutoFit/>
          </a:bodyPr>
          <a:lstStyle/>
          <a:p>
            <a:pPr algn="r">
              <a:lnSpc>
                <a:spcPts val="31429"/>
              </a:lnSpc>
            </a:pPr>
            <a:r>
              <a:rPr lang="en-US" sz="22449" spc="-471">
                <a:solidFill>
                  <a:srgbClr val="EBC118"/>
                </a:solidFill>
                <a:latin typeface="Noto Serif Bengali SemiCondensed"/>
                <a:ea typeface="Noto Serif Bengali SemiCondensed"/>
                <a:cs typeface="Noto Serif Bengali SemiCondensed"/>
                <a:sym typeface="Noto Serif Bengali SemiCondensed"/>
              </a:rPr>
              <a:t>ature</a:t>
            </a:r>
          </a:p>
        </p:txBody>
      </p:sp>
      <p:grpSp>
        <p:nvGrpSpPr>
          <p:cNvPr name="Group 4" id="4"/>
          <p:cNvGrpSpPr/>
          <p:nvPr/>
        </p:nvGrpSpPr>
        <p:grpSpPr>
          <a:xfrm rot="0">
            <a:off x="-281672" y="-2057400"/>
            <a:ext cx="18765846" cy="3086100"/>
            <a:chOff x="0" y="0"/>
            <a:chExt cx="4942445" cy="812800"/>
          </a:xfrm>
        </p:grpSpPr>
        <p:sp>
          <p:nvSpPr>
            <p:cNvPr name="Freeform 5" id="5"/>
            <p:cNvSpPr/>
            <p:nvPr/>
          </p:nvSpPr>
          <p:spPr>
            <a:xfrm flipH="false" flipV="false" rot="0">
              <a:off x="0" y="0"/>
              <a:ext cx="4942445" cy="812800"/>
            </a:xfrm>
            <a:custGeom>
              <a:avLst/>
              <a:gdLst/>
              <a:ahLst/>
              <a:cxnLst/>
              <a:rect r="r" b="b" t="t" l="l"/>
              <a:pathLst>
                <a:path h="812800" w="4942445">
                  <a:moveTo>
                    <a:pt x="0" y="0"/>
                  </a:moveTo>
                  <a:lnTo>
                    <a:pt x="4942445" y="0"/>
                  </a:lnTo>
                  <a:lnTo>
                    <a:pt x="4942445" y="812800"/>
                  </a:lnTo>
                  <a:lnTo>
                    <a:pt x="0" y="812800"/>
                  </a:lnTo>
                  <a:close/>
                </a:path>
              </a:pathLst>
            </a:custGeom>
            <a:solidFill>
              <a:srgbClr val="001A15"/>
            </a:solidFill>
          </p:spPr>
        </p:sp>
        <p:sp>
          <p:nvSpPr>
            <p:cNvPr name="TextBox 6" id="6"/>
            <p:cNvSpPr txBox="true"/>
            <p:nvPr/>
          </p:nvSpPr>
          <p:spPr>
            <a:xfrm>
              <a:off x="0" y="-38100"/>
              <a:ext cx="4942445"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38923" y="9258300"/>
            <a:ext cx="18765846" cy="3086100"/>
            <a:chOff x="0" y="0"/>
            <a:chExt cx="4942445" cy="812800"/>
          </a:xfrm>
        </p:grpSpPr>
        <p:sp>
          <p:nvSpPr>
            <p:cNvPr name="Freeform 8" id="8"/>
            <p:cNvSpPr/>
            <p:nvPr/>
          </p:nvSpPr>
          <p:spPr>
            <a:xfrm flipH="false" flipV="false" rot="0">
              <a:off x="0" y="0"/>
              <a:ext cx="4942445" cy="812800"/>
            </a:xfrm>
            <a:custGeom>
              <a:avLst/>
              <a:gdLst/>
              <a:ahLst/>
              <a:cxnLst/>
              <a:rect r="r" b="b" t="t" l="l"/>
              <a:pathLst>
                <a:path h="812800" w="4942445">
                  <a:moveTo>
                    <a:pt x="0" y="0"/>
                  </a:moveTo>
                  <a:lnTo>
                    <a:pt x="4942445" y="0"/>
                  </a:lnTo>
                  <a:lnTo>
                    <a:pt x="4942445" y="812800"/>
                  </a:lnTo>
                  <a:lnTo>
                    <a:pt x="0" y="812800"/>
                  </a:lnTo>
                  <a:close/>
                </a:path>
              </a:pathLst>
            </a:custGeom>
            <a:solidFill>
              <a:srgbClr val="001A15"/>
            </a:solidFill>
          </p:spPr>
        </p:sp>
        <p:sp>
          <p:nvSpPr>
            <p:cNvPr name="TextBox 9" id="9"/>
            <p:cNvSpPr txBox="true"/>
            <p:nvPr/>
          </p:nvSpPr>
          <p:spPr>
            <a:xfrm>
              <a:off x="0" y="-38100"/>
              <a:ext cx="4942445" cy="8509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303812" y="1814853"/>
            <a:ext cx="7699499" cy="5997492"/>
          </a:xfrm>
          <a:prstGeom prst="rect">
            <a:avLst/>
          </a:prstGeom>
        </p:spPr>
        <p:txBody>
          <a:bodyPr anchor="t" rtlCol="false" tIns="0" lIns="0" bIns="0" rIns="0">
            <a:spAutoFit/>
          </a:bodyPr>
          <a:lstStyle/>
          <a:p>
            <a:pPr algn="l">
              <a:lnSpc>
                <a:spcPts val="49004"/>
              </a:lnSpc>
            </a:pPr>
            <a:r>
              <a:rPr lang="en-US" sz="35003" spc="-735">
                <a:solidFill>
                  <a:srgbClr val="EBC118"/>
                </a:solidFill>
                <a:latin typeface="Sloop Script Pro"/>
                <a:ea typeface="Sloop Script Pro"/>
                <a:cs typeface="Sloop Script Pro"/>
                <a:sym typeface="Sloop Script Pro"/>
              </a:rPr>
              <a:t>N</a:t>
            </a:r>
          </a:p>
        </p:txBody>
      </p:sp>
      <p:sp>
        <p:nvSpPr>
          <p:cNvPr name="AutoShape 11" id="11"/>
          <p:cNvSpPr/>
          <p:nvPr/>
        </p:nvSpPr>
        <p:spPr>
          <a:xfrm>
            <a:off x="4786319" y="6591226"/>
            <a:ext cx="8517598" cy="0"/>
          </a:xfrm>
          <a:prstGeom prst="line">
            <a:avLst/>
          </a:prstGeom>
          <a:ln cap="flat" w="19050">
            <a:solidFill>
              <a:srgbClr val="EBC118"/>
            </a:solidFill>
            <a:prstDash val="solid"/>
            <a:headEnd type="none" len="sm" w="sm"/>
            <a:tailEnd type="none" len="sm" w="sm"/>
          </a:ln>
        </p:spPr>
      </p:sp>
      <p:grpSp>
        <p:nvGrpSpPr>
          <p:cNvPr name="Group 12" id="12"/>
          <p:cNvGrpSpPr/>
          <p:nvPr/>
        </p:nvGrpSpPr>
        <p:grpSpPr>
          <a:xfrm rot="0">
            <a:off x="8451123" y="1283209"/>
            <a:ext cx="1385755" cy="515596"/>
            <a:chOff x="0" y="0"/>
            <a:chExt cx="583986" cy="217283"/>
          </a:xfrm>
        </p:grpSpPr>
        <p:sp>
          <p:nvSpPr>
            <p:cNvPr name="Freeform 13" id="13"/>
            <p:cNvSpPr/>
            <p:nvPr/>
          </p:nvSpPr>
          <p:spPr>
            <a:xfrm flipH="false" flipV="false" rot="0">
              <a:off x="0" y="0"/>
              <a:ext cx="583986" cy="217283"/>
            </a:xfrm>
            <a:custGeom>
              <a:avLst/>
              <a:gdLst/>
              <a:ahLst/>
              <a:cxnLst/>
              <a:rect r="r" b="b" t="t" l="l"/>
              <a:pathLst>
                <a:path h="217283" w="583986">
                  <a:moveTo>
                    <a:pt x="291993" y="0"/>
                  </a:moveTo>
                  <a:cubicBezTo>
                    <a:pt x="130730" y="0"/>
                    <a:pt x="0" y="48640"/>
                    <a:pt x="0" y="108641"/>
                  </a:cubicBezTo>
                  <a:cubicBezTo>
                    <a:pt x="0" y="168642"/>
                    <a:pt x="130730" y="217283"/>
                    <a:pt x="291993" y="217283"/>
                  </a:cubicBezTo>
                  <a:cubicBezTo>
                    <a:pt x="453256" y="217283"/>
                    <a:pt x="583986" y="168642"/>
                    <a:pt x="583986" y="108641"/>
                  </a:cubicBezTo>
                  <a:cubicBezTo>
                    <a:pt x="583986" y="48640"/>
                    <a:pt x="453256" y="0"/>
                    <a:pt x="291993" y="0"/>
                  </a:cubicBezTo>
                  <a:close/>
                </a:path>
              </a:pathLst>
            </a:custGeom>
            <a:ln w="19050" cap="sq">
              <a:solidFill>
                <a:srgbClr val="000000"/>
              </a:solidFill>
              <a:prstDash val="solid"/>
              <a:miter/>
            </a:ln>
          </p:spPr>
        </p:sp>
        <p:sp>
          <p:nvSpPr>
            <p:cNvPr name="TextBox 14" id="14"/>
            <p:cNvSpPr txBox="true"/>
            <p:nvPr/>
          </p:nvSpPr>
          <p:spPr>
            <a:xfrm>
              <a:off x="54749" y="-27255"/>
              <a:ext cx="474489" cy="224167"/>
            </a:xfrm>
            <a:prstGeom prst="rect">
              <a:avLst/>
            </a:prstGeom>
          </p:spPr>
          <p:txBody>
            <a:bodyPr anchor="ctr" rtlCol="false" tIns="50800" lIns="50800" bIns="50800" rIns="50800"/>
            <a:lstStyle/>
            <a:p>
              <a:pPr algn="ctr">
                <a:lnSpc>
                  <a:spcPts val="2940"/>
                </a:lnSpc>
              </a:pPr>
            </a:p>
          </p:txBody>
        </p:sp>
      </p:grpSp>
      <p:grpSp>
        <p:nvGrpSpPr>
          <p:cNvPr name="Group 15" id="15"/>
          <p:cNvGrpSpPr/>
          <p:nvPr/>
        </p:nvGrpSpPr>
        <p:grpSpPr>
          <a:xfrm rot="0">
            <a:off x="8455579" y="1286504"/>
            <a:ext cx="1376843" cy="509007"/>
            <a:chOff x="0" y="0"/>
            <a:chExt cx="587742" cy="217283"/>
          </a:xfrm>
        </p:grpSpPr>
        <p:sp>
          <p:nvSpPr>
            <p:cNvPr name="Freeform 16" id="16"/>
            <p:cNvSpPr/>
            <p:nvPr/>
          </p:nvSpPr>
          <p:spPr>
            <a:xfrm flipH="false" flipV="false" rot="0">
              <a:off x="0" y="0"/>
              <a:ext cx="587742" cy="217283"/>
            </a:xfrm>
            <a:custGeom>
              <a:avLst/>
              <a:gdLst/>
              <a:ahLst/>
              <a:cxnLst/>
              <a:rect r="r" b="b" t="t" l="l"/>
              <a:pathLst>
                <a:path h="217283" w="587742">
                  <a:moveTo>
                    <a:pt x="293871" y="0"/>
                  </a:moveTo>
                  <a:cubicBezTo>
                    <a:pt x="131570" y="0"/>
                    <a:pt x="0" y="48640"/>
                    <a:pt x="0" y="108641"/>
                  </a:cubicBezTo>
                  <a:cubicBezTo>
                    <a:pt x="0" y="168642"/>
                    <a:pt x="131570" y="217283"/>
                    <a:pt x="293871" y="217283"/>
                  </a:cubicBezTo>
                  <a:cubicBezTo>
                    <a:pt x="456171" y="217283"/>
                    <a:pt x="587742" y="168642"/>
                    <a:pt x="587742" y="108641"/>
                  </a:cubicBezTo>
                  <a:cubicBezTo>
                    <a:pt x="587742" y="48640"/>
                    <a:pt x="456171" y="0"/>
                    <a:pt x="293871" y="0"/>
                  </a:cubicBezTo>
                  <a:close/>
                </a:path>
              </a:pathLst>
            </a:custGeom>
            <a:ln w="19050" cap="sq">
              <a:solidFill>
                <a:srgbClr val="EBC118"/>
              </a:solidFill>
              <a:prstDash val="solid"/>
              <a:miter/>
            </a:ln>
          </p:spPr>
        </p:sp>
        <p:sp>
          <p:nvSpPr>
            <p:cNvPr name="TextBox 17" id="17"/>
            <p:cNvSpPr txBox="true"/>
            <p:nvPr/>
          </p:nvSpPr>
          <p:spPr>
            <a:xfrm>
              <a:off x="55101" y="-27255"/>
              <a:ext cx="477540" cy="224167"/>
            </a:xfrm>
            <a:prstGeom prst="rect">
              <a:avLst/>
            </a:prstGeom>
          </p:spPr>
          <p:txBody>
            <a:bodyPr anchor="ctr" rtlCol="false" tIns="50800" lIns="50800" bIns="50800" rIns="50800"/>
            <a:lstStyle/>
            <a:p>
              <a:pPr algn="ctr">
                <a:lnSpc>
                  <a:spcPts val="2940"/>
                </a:lnSpc>
              </a:pPr>
            </a:p>
          </p:txBody>
        </p:sp>
      </p:grpSp>
      <p:sp>
        <p:nvSpPr>
          <p:cNvPr name="TextBox 18" id="18"/>
          <p:cNvSpPr txBox="true"/>
          <p:nvPr/>
        </p:nvSpPr>
        <p:spPr>
          <a:xfrm rot="0">
            <a:off x="7258955" y="6746221"/>
            <a:ext cx="3684592" cy="465007"/>
          </a:xfrm>
          <a:prstGeom prst="rect">
            <a:avLst/>
          </a:prstGeom>
        </p:spPr>
        <p:txBody>
          <a:bodyPr anchor="t" rtlCol="false" tIns="0" lIns="0" bIns="0" rIns="0">
            <a:spAutoFit/>
          </a:bodyPr>
          <a:lstStyle/>
          <a:p>
            <a:pPr algn="ctr">
              <a:lnSpc>
                <a:spcPts val="3857"/>
              </a:lnSpc>
            </a:pPr>
            <a:r>
              <a:rPr lang="en-US" sz="2755" spc="-57">
                <a:solidFill>
                  <a:srgbClr val="EBC118"/>
                </a:solidFill>
                <a:latin typeface="Noto Serif Bengali SemiCondensed"/>
                <a:ea typeface="Noto Serif Bengali SemiCondensed"/>
                <a:cs typeface="Noto Serif Bengali SemiCondensed"/>
                <a:sym typeface="Noto Serif Bengali SemiCondensed"/>
              </a:rPr>
              <a:t>studio shodwe</a:t>
            </a:r>
          </a:p>
        </p:txBody>
      </p:sp>
      <p:sp>
        <p:nvSpPr>
          <p:cNvPr name="TextBox 19" id="19"/>
          <p:cNvSpPr txBox="true"/>
          <p:nvPr/>
        </p:nvSpPr>
        <p:spPr>
          <a:xfrm rot="0">
            <a:off x="1028700" y="1334315"/>
            <a:ext cx="3684592" cy="365760"/>
          </a:xfrm>
          <a:prstGeom prst="rect">
            <a:avLst/>
          </a:prstGeom>
        </p:spPr>
        <p:txBody>
          <a:bodyPr anchor="t" rtlCol="false" tIns="0" lIns="0" bIns="0" rIns="0">
            <a:spAutoFit/>
          </a:bodyPr>
          <a:lstStyle/>
          <a:p>
            <a:pPr algn="l">
              <a:lnSpc>
                <a:spcPts val="2940"/>
              </a:lnSpc>
            </a:pPr>
            <a:r>
              <a:rPr lang="en-US" sz="2100" spc="-44">
                <a:solidFill>
                  <a:srgbClr val="EBC118"/>
                </a:solidFill>
                <a:latin typeface="Noto Serif Bengali SemiCondensed"/>
                <a:ea typeface="Noto Serif Bengali SemiCondensed"/>
                <a:cs typeface="Noto Serif Bengali SemiCondensed"/>
                <a:sym typeface="Noto Serif Bengali SemiCondensed"/>
              </a:rPr>
              <a:t>studio shodwe</a:t>
            </a:r>
          </a:p>
        </p:txBody>
      </p:sp>
      <p:sp>
        <p:nvSpPr>
          <p:cNvPr name="TextBox 20" id="20"/>
          <p:cNvSpPr txBox="true"/>
          <p:nvPr/>
        </p:nvSpPr>
        <p:spPr>
          <a:xfrm rot="0">
            <a:off x="13574708" y="1334315"/>
            <a:ext cx="3684592" cy="365760"/>
          </a:xfrm>
          <a:prstGeom prst="rect">
            <a:avLst/>
          </a:prstGeom>
        </p:spPr>
        <p:txBody>
          <a:bodyPr anchor="t" rtlCol="false" tIns="0" lIns="0" bIns="0" rIns="0">
            <a:spAutoFit/>
          </a:bodyPr>
          <a:lstStyle/>
          <a:p>
            <a:pPr algn="r">
              <a:lnSpc>
                <a:spcPts val="2940"/>
              </a:lnSpc>
            </a:pPr>
            <a:r>
              <a:rPr lang="en-US" sz="2100" spc="-44">
                <a:solidFill>
                  <a:srgbClr val="EBC118"/>
                </a:solidFill>
                <a:latin typeface="Noto Serif Bengali SemiCondensed"/>
                <a:ea typeface="Noto Serif Bengali SemiCondensed"/>
                <a:cs typeface="Noto Serif Bengali SemiCondensed"/>
                <a:sym typeface="Noto Serif Bengali SemiCondensed"/>
              </a:rPr>
              <a:t>presentation</a:t>
            </a:r>
          </a:p>
        </p:txBody>
      </p:sp>
      <p:sp>
        <p:nvSpPr>
          <p:cNvPr name="TextBox 21" id="21"/>
          <p:cNvSpPr txBox="true"/>
          <p:nvPr/>
        </p:nvSpPr>
        <p:spPr>
          <a:xfrm rot="0">
            <a:off x="13574708" y="8442098"/>
            <a:ext cx="3684592" cy="365760"/>
          </a:xfrm>
          <a:prstGeom prst="rect">
            <a:avLst/>
          </a:prstGeom>
        </p:spPr>
        <p:txBody>
          <a:bodyPr anchor="t" rtlCol="false" tIns="0" lIns="0" bIns="0" rIns="0">
            <a:spAutoFit/>
          </a:bodyPr>
          <a:lstStyle/>
          <a:p>
            <a:pPr algn="r">
              <a:lnSpc>
                <a:spcPts val="2940"/>
              </a:lnSpc>
            </a:pPr>
            <a:r>
              <a:rPr lang="en-US" sz="2100" spc="-44">
                <a:solidFill>
                  <a:srgbClr val="EBC118"/>
                </a:solidFill>
                <a:latin typeface="Noto Serif Bengali SemiCondensed"/>
                <a:ea typeface="Noto Serif Bengali SemiCondensed"/>
                <a:cs typeface="Noto Serif Bengali SemiCondensed"/>
                <a:sym typeface="Noto Serif Bengali SemiCondensed"/>
              </a:rPr>
              <a:t>template</a:t>
            </a:r>
          </a:p>
        </p:txBody>
      </p:sp>
      <p:sp>
        <p:nvSpPr>
          <p:cNvPr name="TextBox 22" id="22"/>
          <p:cNvSpPr txBox="true"/>
          <p:nvPr/>
        </p:nvSpPr>
        <p:spPr>
          <a:xfrm rot="0">
            <a:off x="1028700" y="8442098"/>
            <a:ext cx="3684592" cy="365760"/>
          </a:xfrm>
          <a:prstGeom prst="rect">
            <a:avLst/>
          </a:prstGeom>
        </p:spPr>
        <p:txBody>
          <a:bodyPr anchor="t" rtlCol="false" tIns="0" lIns="0" bIns="0" rIns="0">
            <a:spAutoFit/>
          </a:bodyPr>
          <a:lstStyle/>
          <a:p>
            <a:pPr algn="l">
              <a:lnSpc>
                <a:spcPts val="2940"/>
              </a:lnSpc>
            </a:pPr>
            <a:r>
              <a:rPr lang="en-US" sz="2100" spc="-44">
                <a:solidFill>
                  <a:srgbClr val="EBC118"/>
                </a:solidFill>
                <a:latin typeface="Noto Serif Bengali SemiCondensed"/>
                <a:ea typeface="Noto Serif Bengali SemiCondensed"/>
                <a:cs typeface="Noto Serif Bengali SemiCondensed"/>
                <a:sym typeface="Noto Serif Bengali SemiCondensed"/>
              </a:rPr>
              <a:t>juliana silva</a:t>
            </a:r>
          </a:p>
        </p:txBody>
      </p:sp>
      <p:sp>
        <p:nvSpPr>
          <p:cNvPr name="TextBox 23" id="23"/>
          <p:cNvSpPr txBox="true"/>
          <p:nvPr/>
        </p:nvSpPr>
        <p:spPr>
          <a:xfrm rot="0">
            <a:off x="6496867" y="8462481"/>
            <a:ext cx="5294267" cy="391668"/>
          </a:xfrm>
          <a:prstGeom prst="rect">
            <a:avLst/>
          </a:prstGeom>
        </p:spPr>
        <p:txBody>
          <a:bodyPr anchor="t" rtlCol="false" tIns="0" lIns="0" bIns="0" rIns="0">
            <a:spAutoFit/>
          </a:bodyPr>
          <a:lstStyle/>
          <a:p>
            <a:pPr algn="ctr">
              <a:lnSpc>
                <a:spcPts val="1596"/>
              </a:lnSpc>
            </a:pPr>
            <a:r>
              <a:rPr lang="en-US" sz="1400" spc="-29">
                <a:solidFill>
                  <a:srgbClr val="EBC118"/>
                </a:solidFill>
                <a:latin typeface="Noto Serif Bengali SemiCondensed Light"/>
                <a:ea typeface="Noto Serif Bengali SemiCondensed Light"/>
                <a:cs typeface="Noto Serif Bengali SemiCondensed Light"/>
                <a:sym typeface="Noto Serif Bengali SemiCondensed Light"/>
              </a:rPr>
              <a:t>Lorem ipsum dolor sit amet, consectetur adipiscing elit, sed do eiusmod tempor incididunt ut labore et dolore magna aliqua.</a:t>
            </a:r>
          </a:p>
        </p:txBody>
      </p:sp>
      <p:sp>
        <p:nvSpPr>
          <p:cNvPr name="TextBox 24" id="24"/>
          <p:cNvSpPr txBox="true"/>
          <p:nvPr/>
        </p:nvSpPr>
        <p:spPr>
          <a:xfrm rot="0">
            <a:off x="8631976" y="1334315"/>
            <a:ext cx="1024049" cy="365760"/>
          </a:xfrm>
          <a:prstGeom prst="rect">
            <a:avLst/>
          </a:prstGeom>
        </p:spPr>
        <p:txBody>
          <a:bodyPr anchor="t" rtlCol="false" tIns="0" lIns="0" bIns="0" rIns="0">
            <a:spAutoFit/>
          </a:bodyPr>
          <a:lstStyle/>
          <a:p>
            <a:pPr algn="ctr">
              <a:lnSpc>
                <a:spcPts val="2940"/>
              </a:lnSpc>
            </a:pPr>
            <a:r>
              <a:rPr lang="en-US" sz="2100" spc="-44">
                <a:solidFill>
                  <a:srgbClr val="EBC118"/>
                </a:solidFill>
                <a:latin typeface="Noto Serif Bengali SemiCondensed"/>
                <a:ea typeface="Noto Serif Bengali SemiCondensed"/>
                <a:cs typeface="Noto Serif Bengali SemiCondensed"/>
                <a:sym typeface="Noto Serif Bengali SemiCondensed"/>
              </a:rPr>
              <a:t>1998</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209092" y="1028700"/>
            <a:ext cx="11454859" cy="8229600"/>
            <a:chOff x="0" y="0"/>
            <a:chExt cx="4471614" cy="3212575"/>
          </a:xfrm>
        </p:grpSpPr>
        <p:sp>
          <p:nvSpPr>
            <p:cNvPr name="Freeform 3" id="3"/>
            <p:cNvSpPr/>
            <p:nvPr/>
          </p:nvSpPr>
          <p:spPr>
            <a:xfrm flipH="false" flipV="false" rot="0">
              <a:off x="0" y="0"/>
              <a:ext cx="4471614" cy="3212575"/>
            </a:xfrm>
            <a:custGeom>
              <a:avLst/>
              <a:gdLst/>
              <a:ahLst/>
              <a:cxnLst/>
              <a:rect r="r" b="b" t="t" l="l"/>
              <a:pathLst>
                <a:path h="3212575" w="4471614">
                  <a:moveTo>
                    <a:pt x="0" y="0"/>
                  </a:moveTo>
                  <a:lnTo>
                    <a:pt x="4471614" y="0"/>
                  </a:lnTo>
                  <a:lnTo>
                    <a:pt x="4471614" y="3212575"/>
                  </a:lnTo>
                  <a:lnTo>
                    <a:pt x="0" y="3212575"/>
                  </a:lnTo>
                  <a:close/>
                </a:path>
              </a:pathLst>
            </a:custGeom>
            <a:blipFill>
              <a:blip r:embed="rId2"/>
              <a:stretch>
                <a:fillRect l="-4738" t="0" r="-4738" b="0"/>
              </a:stretch>
            </a:blipFill>
          </p:spPr>
        </p:sp>
      </p:grpSp>
      <p:grpSp>
        <p:nvGrpSpPr>
          <p:cNvPr name="Group 4" id="4"/>
          <p:cNvGrpSpPr/>
          <p:nvPr/>
        </p:nvGrpSpPr>
        <p:grpSpPr>
          <a:xfrm rot="0">
            <a:off x="13570298" y="1910620"/>
            <a:ext cx="6526119" cy="6465760"/>
            <a:chOff x="0" y="0"/>
            <a:chExt cx="3893371" cy="3857362"/>
          </a:xfrm>
        </p:grpSpPr>
        <p:sp>
          <p:nvSpPr>
            <p:cNvPr name="Freeform 5" id="5"/>
            <p:cNvSpPr/>
            <p:nvPr/>
          </p:nvSpPr>
          <p:spPr>
            <a:xfrm flipH="false" flipV="false" rot="0">
              <a:off x="0" y="0"/>
              <a:ext cx="3893371" cy="3857362"/>
            </a:xfrm>
            <a:custGeom>
              <a:avLst/>
              <a:gdLst/>
              <a:ahLst/>
              <a:cxnLst/>
              <a:rect r="r" b="b" t="t" l="l"/>
              <a:pathLst>
                <a:path h="3857362" w="3893371">
                  <a:moveTo>
                    <a:pt x="0" y="0"/>
                  </a:moveTo>
                  <a:lnTo>
                    <a:pt x="3893371" y="0"/>
                  </a:lnTo>
                  <a:lnTo>
                    <a:pt x="3893371" y="3857362"/>
                  </a:lnTo>
                  <a:lnTo>
                    <a:pt x="0" y="3857362"/>
                  </a:lnTo>
                  <a:close/>
                </a:path>
              </a:pathLst>
            </a:custGeom>
            <a:blipFill>
              <a:blip r:embed="rId2"/>
              <a:stretch>
                <a:fillRect l="-25485" t="0" r="-25485" b="0"/>
              </a:stretch>
            </a:blipFill>
          </p:spPr>
        </p:sp>
      </p:grpSp>
      <p:grpSp>
        <p:nvGrpSpPr>
          <p:cNvPr name="Group 6" id="6"/>
          <p:cNvGrpSpPr/>
          <p:nvPr/>
        </p:nvGrpSpPr>
        <p:grpSpPr>
          <a:xfrm rot="0">
            <a:off x="7834081" y="2902052"/>
            <a:ext cx="8999277" cy="4649635"/>
            <a:chOff x="0" y="0"/>
            <a:chExt cx="2370180" cy="1224595"/>
          </a:xfrm>
        </p:grpSpPr>
        <p:sp>
          <p:nvSpPr>
            <p:cNvPr name="Freeform 7" id="7"/>
            <p:cNvSpPr/>
            <p:nvPr/>
          </p:nvSpPr>
          <p:spPr>
            <a:xfrm flipH="false" flipV="false" rot="0">
              <a:off x="0" y="0"/>
              <a:ext cx="2370180" cy="1224595"/>
            </a:xfrm>
            <a:custGeom>
              <a:avLst/>
              <a:gdLst/>
              <a:ahLst/>
              <a:cxnLst/>
              <a:rect r="r" b="b" t="t" l="l"/>
              <a:pathLst>
                <a:path h="1224595" w="2370180">
                  <a:moveTo>
                    <a:pt x="0" y="0"/>
                  </a:moveTo>
                  <a:lnTo>
                    <a:pt x="2370180" y="0"/>
                  </a:lnTo>
                  <a:lnTo>
                    <a:pt x="2370180" y="1224595"/>
                  </a:lnTo>
                  <a:lnTo>
                    <a:pt x="0" y="1224595"/>
                  </a:lnTo>
                  <a:close/>
                </a:path>
              </a:pathLst>
            </a:custGeom>
            <a:solidFill>
              <a:srgbClr val="000000"/>
            </a:solidFill>
          </p:spPr>
        </p:sp>
        <p:sp>
          <p:nvSpPr>
            <p:cNvPr name="TextBox 8" id="8"/>
            <p:cNvSpPr txBox="true"/>
            <p:nvPr/>
          </p:nvSpPr>
          <p:spPr>
            <a:xfrm>
              <a:off x="0" y="-47625"/>
              <a:ext cx="2370180" cy="1272220"/>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8991631" y="3291021"/>
            <a:ext cx="6684177" cy="1368424"/>
          </a:xfrm>
          <a:prstGeom prst="rect">
            <a:avLst/>
          </a:prstGeom>
        </p:spPr>
        <p:txBody>
          <a:bodyPr anchor="t" rtlCol="false" tIns="0" lIns="0" bIns="0" rIns="0">
            <a:spAutoFit/>
          </a:bodyPr>
          <a:lstStyle/>
          <a:p>
            <a:pPr algn="just">
              <a:lnSpc>
                <a:spcPts val="11200"/>
              </a:lnSpc>
            </a:pPr>
            <a:r>
              <a:rPr lang="en-US" sz="8000" spc="-168">
                <a:solidFill>
                  <a:srgbClr val="EBC118"/>
                </a:solidFill>
                <a:latin typeface="Noto Serif Bengali SemiCondensed"/>
                <a:ea typeface="Noto Serif Bengali SemiCondensed"/>
                <a:cs typeface="Noto Serif Bengali SemiCondensed"/>
                <a:sym typeface="Noto Serif Bengali SemiCondensed"/>
              </a:rPr>
              <a:t>Introduction</a:t>
            </a:r>
          </a:p>
        </p:txBody>
      </p:sp>
      <p:sp>
        <p:nvSpPr>
          <p:cNvPr name="TextBox 10" id="10"/>
          <p:cNvSpPr txBox="true"/>
          <p:nvPr/>
        </p:nvSpPr>
        <p:spPr>
          <a:xfrm rot="0">
            <a:off x="8991631" y="5198294"/>
            <a:ext cx="6684177" cy="1645285"/>
          </a:xfrm>
          <a:prstGeom prst="rect">
            <a:avLst/>
          </a:prstGeom>
        </p:spPr>
        <p:txBody>
          <a:bodyPr anchor="t" rtlCol="false" tIns="0" lIns="0" bIns="0" rIns="0">
            <a:spAutoFit/>
          </a:bodyPr>
          <a:lstStyle/>
          <a:p>
            <a:pPr algn="just">
              <a:lnSpc>
                <a:spcPts val="2239"/>
              </a:lnSpc>
            </a:pPr>
            <a:r>
              <a:rPr lang="en-US" sz="1599" spc="-33">
                <a:solidFill>
                  <a:srgbClr val="EBC118"/>
                </a:solidFill>
                <a:latin typeface="Noto Serif Bengali SemiCondensed"/>
                <a:ea typeface="Noto Serif Bengali SemiCondensed"/>
                <a:cs typeface="Noto Serif Bengali SemiCondensed"/>
                <a:sym typeface="Noto Serif Bengali SemiCondense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144000" y="1028700"/>
            <a:ext cx="9322010" cy="8229600"/>
            <a:chOff x="0" y="0"/>
            <a:chExt cx="3639017" cy="3212575"/>
          </a:xfrm>
        </p:grpSpPr>
        <p:sp>
          <p:nvSpPr>
            <p:cNvPr name="Freeform 3" id="3"/>
            <p:cNvSpPr/>
            <p:nvPr/>
          </p:nvSpPr>
          <p:spPr>
            <a:xfrm flipH="false" flipV="false" rot="0">
              <a:off x="0" y="0"/>
              <a:ext cx="3639017" cy="3212575"/>
            </a:xfrm>
            <a:custGeom>
              <a:avLst/>
              <a:gdLst/>
              <a:ahLst/>
              <a:cxnLst/>
              <a:rect r="r" b="b" t="t" l="l"/>
              <a:pathLst>
                <a:path h="3212575" w="3639017">
                  <a:moveTo>
                    <a:pt x="0" y="0"/>
                  </a:moveTo>
                  <a:lnTo>
                    <a:pt x="3639017" y="0"/>
                  </a:lnTo>
                  <a:lnTo>
                    <a:pt x="3639017" y="3212575"/>
                  </a:lnTo>
                  <a:lnTo>
                    <a:pt x="0" y="3212575"/>
                  </a:lnTo>
                  <a:close/>
                </a:path>
              </a:pathLst>
            </a:custGeom>
            <a:blipFill>
              <a:blip r:embed="rId2">
                <a:alphaModFix amt="75000"/>
              </a:blip>
              <a:stretch>
                <a:fillRect l="0" t="-25516" r="0" b="-25516"/>
              </a:stretch>
            </a:blipFill>
          </p:spPr>
        </p:sp>
      </p:grpSp>
      <p:grpSp>
        <p:nvGrpSpPr>
          <p:cNvPr name="Group 4" id="4"/>
          <p:cNvGrpSpPr/>
          <p:nvPr/>
        </p:nvGrpSpPr>
        <p:grpSpPr>
          <a:xfrm rot="0">
            <a:off x="1028700" y="1028700"/>
            <a:ext cx="6395716" cy="8229600"/>
            <a:chOff x="0" y="0"/>
            <a:chExt cx="2496685" cy="3212575"/>
          </a:xfrm>
        </p:grpSpPr>
        <p:sp>
          <p:nvSpPr>
            <p:cNvPr name="Freeform 5" id="5"/>
            <p:cNvSpPr/>
            <p:nvPr/>
          </p:nvSpPr>
          <p:spPr>
            <a:xfrm flipH="false" flipV="false" rot="0">
              <a:off x="0" y="0"/>
              <a:ext cx="2496685" cy="3212575"/>
            </a:xfrm>
            <a:custGeom>
              <a:avLst/>
              <a:gdLst/>
              <a:ahLst/>
              <a:cxnLst/>
              <a:rect r="r" b="b" t="t" l="l"/>
              <a:pathLst>
                <a:path h="3212575" w="2496685">
                  <a:moveTo>
                    <a:pt x="0" y="0"/>
                  </a:moveTo>
                  <a:lnTo>
                    <a:pt x="2496685" y="0"/>
                  </a:lnTo>
                  <a:lnTo>
                    <a:pt x="2496685" y="3212575"/>
                  </a:lnTo>
                  <a:lnTo>
                    <a:pt x="0" y="3212575"/>
                  </a:lnTo>
                  <a:close/>
                </a:path>
              </a:pathLst>
            </a:custGeom>
            <a:blipFill>
              <a:blip r:embed="rId2">
                <a:alphaModFix amt="75000"/>
              </a:blip>
              <a:stretch>
                <a:fillRect l="0" t="-1810" r="0" b="-1810"/>
              </a:stretch>
            </a:blipFill>
          </p:spPr>
        </p:sp>
      </p:grpSp>
      <p:grpSp>
        <p:nvGrpSpPr>
          <p:cNvPr name="Group 6" id="6"/>
          <p:cNvGrpSpPr/>
          <p:nvPr/>
        </p:nvGrpSpPr>
        <p:grpSpPr>
          <a:xfrm rot="0">
            <a:off x="4644362" y="3584078"/>
            <a:ext cx="8999277" cy="4649635"/>
            <a:chOff x="0" y="0"/>
            <a:chExt cx="2370180" cy="1224595"/>
          </a:xfrm>
        </p:grpSpPr>
        <p:sp>
          <p:nvSpPr>
            <p:cNvPr name="Freeform 7" id="7"/>
            <p:cNvSpPr/>
            <p:nvPr/>
          </p:nvSpPr>
          <p:spPr>
            <a:xfrm flipH="false" flipV="false" rot="0">
              <a:off x="0" y="0"/>
              <a:ext cx="2370180" cy="1224595"/>
            </a:xfrm>
            <a:custGeom>
              <a:avLst/>
              <a:gdLst/>
              <a:ahLst/>
              <a:cxnLst/>
              <a:rect r="r" b="b" t="t" l="l"/>
              <a:pathLst>
                <a:path h="1224595" w="2370180">
                  <a:moveTo>
                    <a:pt x="0" y="0"/>
                  </a:moveTo>
                  <a:lnTo>
                    <a:pt x="2370180" y="0"/>
                  </a:lnTo>
                  <a:lnTo>
                    <a:pt x="2370180" y="1224595"/>
                  </a:lnTo>
                  <a:lnTo>
                    <a:pt x="0" y="1224595"/>
                  </a:lnTo>
                  <a:close/>
                </a:path>
              </a:pathLst>
            </a:custGeom>
            <a:solidFill>
              <a:srgbClr val="000000"/>
            </a:solidFill>
          </p:spPr>
        </p:sp>
        <p:sp>
          <p:nvSpPr>
            <p:cNvPr name="TextBox 8" id="8"/>
            <p:cNvSpPr txBox="true"/>
            <p:nvPr/>
          </p:nvSpPr>
          <p:spPr>
            <a:xfrm>
              <a:off x="0" y="-47625"/>
              <a:ext cx="2370180" cy="1272220"/>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5801912" y="3973047"/>
            <a:ext cx="6684177" cy="1368424"/>
          </a:xfrm>
          <a:prstGeom prst="rect">
            <a:avLst/>
          </a:prstGeom>
        </p:spPr>
        <p:txBody>
          <a:bodyPr anchor="t" rtlCol="false" tIns="0" lIns="0" bIns="0" rIns="0">
            <a:spAutoFit/>
          </a:bodyPr>
          <a:lstStyle/>
          <a:p>
            <a:pPr algn="ctr">
              <a:lnSpc>
                <a:spcPts val="11200"/>
              </a:lnSpc>
            </a:pPr>
            <a:r>
              <a:rPr lang="en-US" sz="8000" spc="-168">
                <a:solidFill>
                  <a:srgbClr val="EBC118"/>
                </a:solidFill>
                <a:latin typeface="Noto Serif Bengali SemiCondensed"/>
                <a:ea typeface="Noto Serif Bengali SemiCondensed"/>
                <a:cs typeface="Noto Serif Bengali SemiCondensed"/>
                <a:sym typeface="Noto Serif Bengali SemiCondensed"/>
              </a:rPr>
              <a:t>Biodiversity</a:t>
            </a:r>
          </a:p>
        </p:txBody>
      </p:sp>
      <p:sp>
        <p:nvSpPr>
          <p:cNvPr name="TextBox 10" id="10"/>
          <p:cNvSpPr txBox="true"/>
          <p:nvPr/>
        </p:nvSpPr>
        <p:spPr>
          <a:xfrm rot="0">
            <a:off x="5801912" y="5880321"/>
            <a:ext cx="6684177" cy="1645285"/>
          </a:xfrm>
          <a:prstGeom prst="rect">
            <a:avLst/>
          </a:prstGeom>
        </p:spPr>
        <p:txBody>
          <a:bodyPr anchor="t" rtlCol="false" tIns="0" lIns="0" bIns="0" rIns="0">
            <a:spAutoFit/>
          </a:bodyPr>
          <a:lstStyle/>
          <a:p>
            <a:pPr algn="just">
              <a:lnSpc>
                <a:spcPts val="2239"/>
              </a:lnSpc>
            </a:pPr>
            <a:r>
              <a:rPr lang="en-US" sz="1599" spc="-33">
                <a:solidFill>
                  <a:srgbClr val="EBC118"/>
                </a:solidFill>
                <a:latin typeface="Noto Serif Bengali SemiCondensed"/>
                <a:ea typeface="Noto Serif Bengali SemiCondensed"/>
                <a:cs typeface="Noto Serif Bengali SemiCondensed"/>
                <a:sym typeface="Noto Serif Bengali SemiCondense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2357319" y="1028700"/>
            <a:ext cx="14704014" cy="8229600"/>
            <a:chOff x="0" y="0"/>
            <a:chExt cx="5739981" cy="3212575"/>
          </a:xfrm>
        </p:grpSpPr>
        <p:sp>
          <p:nvSpPr>
            <p:cNvPr name="Freeform 3" id="3"/>
            <p:cNvSpPr/>
            <p:nvPr/>
          </p:nvSpPr>
          <p:spPr>
            <a:xfrm flipH="false" flipV="false" rot="0">
              <a:off x="0" y="0"/>
              <a:ext cx="5739981" cy="3212575"/>
            </a:xfrm>
            <a:custGeom>
              <a:avLst/>
              <a:gdLst/>
              <a:ahLst/>
              <a:cxnLst/>
              <a:rect r="r" b="b" t="t" l="l"/>
              <a:pathLst>
                <a:path h="3212575" w="5739981">
                  <a:moveTo>
                    <a:pt x="0" y="0"/>
                  </a:moveTo>
                  <a:lnTo>
                    <a:pt x="5739981" y="0"/>
                  </a:lnTo>
                  <a:lnTo>
                    <a:pt x="5739981" y="3212575"/>
                  </a:lnTo>
                  <a:lnTo>
                    <a:pt x="0" y="3212575"/>
                  </a:lnTo>
                  <a:close/>
                </a:path>
              </a:pathLst>
            </a:custGeom>
            <a:blipFill>
              <a:blip r:embed="rId2">
                <a:alphaModFix amt="75000"/>
              </a:blip>
              <a:stretch>
                <a:fillRect l="-3956" t="-141962" r="-1441" b="-42290"/>
              </a:stretch>
            </a:blipFill>
          </p:spPr>
        </p:sp>
      </p:grpSp>
      <p:sp>
        <p:nvSpPr>
          <p:cNvPr name="TextBox 4" id="4"/>
          <p:cNvSpPr txBox="true"/>
          <p:nvPr/>
        </p:nvSpPr>
        <p:spPr>
          <a:xfrm rot="0">
            <a:off x="10781183" y="3152908"/>
            <a:ext cx="5648011" cy="1368424"/>
          </a:xfrm>
          <a:prstGeom prst="rect">
            <a:avLst/>
          </a:prstGeom>
        </p:spPr>
        <p:txBody>
          <a:bodyPr anchor="t" rtlCol="false" tIns="0" lIns="0" bIns="0" rIns="0">
            <a:spAutoFit/>
          </a:bodyPr>
          <a:lstStyle/>
          <a:p>
            <a:pPr algn="l">
              <a:lnSpc>
                <a:spcPts val="11200"/>
              </a:lnSpc>
            </a:pPr>
            <a:r>
              <a:rPr lang="en-US" sz="8000" spc="-168">
                <a:solidFill>
                  <a:srgbClr val="EBC118"/>
                </a:solidFill>
                <a:latin typeface="Noto Serif Bengali SemiCondensed"/>
                <a:ea typeface="Noto Serif Bengali SemiCondensed"/>
                <a:cs typeface="Noto Serif Bengali SemiCondensed"/>
                <a:sym typeface="Noto Serif Bengali SemiCondensed"/>
              </a:rPr>
              <a:t>Ecosystems</a:t>
            </a:r>
          </a:p>
        </p:txBody>
      </p:sp>
      <p:sp>
        <p:nvSpPr>
          <p:cNvPr name="TextBox 5" id="5"/>
          <p:cNvSpPr txBox="true"/>
          <p:nvPr/>
        </p:nvSpPr>
        <p:spPr>
          <a:xfrm rot="0">
            <a:off x="10781183" y="5060182"/>
            <a:ext cx="5648011" cy="1921510"/>
          </a:xfrm>
          <a:prstGeom prst="rect">
            <a:avLst/>
          </a:prstGeom>
        </p:spPr>
        <p:txBody>
          <a:bodyPr anchor="t" rtlCol="false" tIns="0" lIns="0" bIns="0" rIns="0">
            <a:spAutoFit/>
          </a:bodyPr>
          <a:lstStyle/>
          <a:p>
            <a:pPr algn="just">
              <a:lnSpc>
                <a:spcPts val="2239"/>
              </a:lnSpc>
            </a:pPr>
            <a:r>
              <a:rPr lang="en-US" sz="1599" spc="-33">
                <a:solidFill>
                  <a:srgbClr val="EBC118"/>
                </a:solidFill>
                <a:latin typeface="Noto Serif Bengali SemiCondensed"/>
                <a:ea typeface="Noto Serif Bengali SemiCondensed"/>
                <a:cs typeface="Noto Serif Bengali SemiCondensed"/>
                <a:sym typeface="Noto Serif Bengali SemiCondense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23127" y="1028700"/>
            <a:ext cx="19189137" cy="4326757"/>
            <a:chOff x="0" y="0"/>
            <a:chExt cx="7490831" cy="1689029"/>
          </a:xfrm>
        </p:grpSpPr>
        <p:sp>
          <p:nvSpPr>
            <p:cNvPr name="Freeform 3" id="3"/>
            <p:cNvSpPr/>
            <p:nvPr/>
          </p:nvSpPr>
          <p:spPr>
            <a:xfrm flipH="false" flipV="false" rot="0">
              <a:off x="0" y="0"/>
              <a:ext cx="7490831" cy="1689029"/>
            </a:xfrm>
            <a:custGeom>
              <a:avLst/>
              <a:gdLst/>
              <a:ahLst/>
              <a:cxnLst/>
              <a:rect r="r" b="b" t="t" l="l"/>
              <a:pathLst>
                <a:path h="1689029" w="7490831">
                  <a:moveTo>
                    <a:pt x="0" y="0"/>
                  </a:moveTo>
                  <a:lnTo>
                    <a:pt x="7490831" y="0"/>
                  </a:lnTo>
                  <a:lnTo>
                    <a:pt x="7490831" y="1689029"/>
                  </a:lnTo>
                  <a:lnTo>
                    <a:pt x="0" y="1689029"/>
                  </a:lnTo>
                  <a:close/>
                </a:path>
              </a:pathLst>
            </a:custGeom>
            <a:blipFill>
              <a:blip r:embed="rId2">
                <a:alphaModFix amt="75000"/>
              </a:blip>
              <a:stretch>
                <a:fillRect l="0" t="0" r="0" b="-213775"/>
              </a:stretch>
            </a:blipFill>
          </p:spPr>
        </p:sp>
      </p:grpSp>
      <p:grpSp>
        <p:nvGrpSpPr>
          <p:cNvPr name="Group 4" id="4"/>
          <p:cNvGrpSpPr/>
          <p:nvPr/>
        </p:nvGrpSpPr>
        <p:grpSpPr>
          <a:xfrm rot="0">
            <a:off x="1782275" y="5920611"/>
            <a:ext cx="16683735" cy="3337689"/>
            <a:chOff x="0" y="0"/>
            <a:chExt cx="6512801" cy="1302928"/>
          </a:xfrm>
        </p:grpSpPr>
        <p:sp>
          <p:nvSpPr>
            <p:cNvPr name="Freeform 5" id="5"/>
            <p:cNvSpPr/>
            <p:nvPr/>
          </p:nvSpPr>
          <p:spPr>
            <a:xfrm flipH="false" flipV="false" rot="0">
              <a:off x="0" y="0"/>
              <a:ext cx="6512802" cy="1302928"/>
            </a:xfrm>
            <a:custGeom>
              <a:avLst/>
              <a:gdLst/>
              <a:ahLst/>
              <a:cxnLst/>
              <a:rect r="r" b="b" t="t" l="l"/>
              <a:pathLst>
                <a:path h="1302928" w="6512802">
                  <a:moveTo>
                    <a:pt x="0" y="0"/>
                  </a:moveTo>
                  <a:lnTo>
                    <a:pt x="6512802" y="0"/>
                  </a:lnTo>
                  <a:lnTo>
                    <a:pt x="6512802" y="1302928"/>
                  </a:lnTo>
                  <a:lnTo>
                    <a:pt x="0" y="1302928"/>
                  </a:lnTo>
                  <a:close/>
                </a:path>
              </a:pathLst>
            </a:custGeom>
            <a:blipFill>
              <a:blip r:embed="rId2">
                <a:alphaModFix amt="75000"/>
              </a:blip>
              <a:stretch>
                <a:fillRect l="-11919" t="-146405" r="0" b="-149397"/>
              </a:stretch>
            </a:blipFill>
          </p:spPr>
        </p:sp>
      </p:grpSp>
      <p:grpSp>
        <p:nvGrpSpPr>
          <p:cNvPr name="Group 6" id="6"/>
          <p:cNvGrpSpPr/>
          <p:nvPr/>
        </p:nvGrpSpPr>
        <p:grpSpPr>
          <a:xfrm rot="0">
            <a:off x="1028700" y="1947361"/>
            <a:ext cx="11401298" cy="6392278"/>
            <a:chOff x="0" y="0"/>
            <a:chExt cx="3002811" cy="1683563"/>
          </a:xfrm>
        </p:grpSpPr>
        <p:sp>
          <p:nvSpPr>
            <p:cNvPr name="Freeform 7" id="7"/>
            <p:cNvSpPr/>
            <p:nvPr/>
          </p:nvSpPr>
          <p:spPr>
            <a:xfrm flipH="false" flipV="false" rot="0">
              <a:off x="0" y="0"/>
              <a:ext cx="3002811" cy="1683563"/>
            </a:xfrm>
            <a:custGeom>
              <a:avLst/>
              <a:gdLst/>
              <a:ahLst/>
              <a:cxnLst/>
              <a:rect r="r" b="b" t="t" l="l"/>
              <a:pathLst>
                <a:path h="1683563" w="3002811">
                  <a:moveTo>
                    <a:pt x="0" y="0"/>
                  </a:moveTo>
                  <a:lnTo>
                    <a:pt x="3002811" y="0"/>
                  </a:lnTo>
                  <a:lnTo>
                    <a:pt x="3002811" y="1683563"/>
                  </a:lnTo>
                  <a:lnTo>
                    <a:pt x="0" y="1683563"/>
                  </a:lnTo>
                  <a:close/>
                </a:path>
              </a:pathLst>
            </a:custGeom>
            <a:solidFill>
              <a:srgbClr val="000000"/>
            </a:solidFill>
          </p:spPr>
        </p:sp>
        <p:sp>
          <p:nvSpPr>
            <p:cNvPr name="TextBox 8" id="8"/>
            <p:cNvSpPr txBox="true"/>
            <p:nvPr/>
          </p:nvSpPr>
          <p:spPr>
            <a:xfrm>
              <a:off x="0" y="-47625"/>
              <a:ext cx="3002811" cy="1731188"/>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2135514" y="2611253"/>
            <a:ext cx="9863323" cy="1368424"/>
          </a:xfrm>
          <a:prstGeom prst="rect">
            <a:avLst/>
          </a:prstGeom>
        </p:spPr>
        <p:txBody>
          <a:bodyPr anchor="t" rtlCol="false" tIns="0" lIns="0" bIns="0" rIns="0">
            <a:spAutoFit/>
          </a:bodyPr>
          <a:lstStyle/>
          <a:p>
            <a:pPr algn="l">
              <a:lnSpc>
                <a:spcPts val="11200"/>
              </a:lnSpc>
            </a:pPr>
            <a:r>
              <a:rPr lang="en-US" sz="8000" spc="-168">
                <a:solidFill>
                  <a:srgbClr val="EBC118"/>
                </a:solidFill>
                <a:latin typeface="Noto Serif Bengali SemiCondensed"/>
                <a:ea typeface="Noto Serif Bengali SemiCondensed"/>
                <a:cs typeface="Noto Serif Bengali SemiCondensed"/>
                <a:sym typeface="Noto Serif Bengali SemiCondensed"/>
              </a:rPr>
              <a:t>Conservation Efforts</a:t>
            </a:r>
          </a:p>
        </p:txBody>
      </p:sp>
      <p:sp>
        <p:nvSpPr>
          <p:cNvPr name="TextBox 10" id="10"/>
          <p:cNvSpPr txBox="true"/>
          <p:nvPr/>
        </p:nvSpPr>
        <p:spPr>
          <a:xfrm rot="0">
            <a:off x="3925255" y="4518527"/>
            <a:ext cx="7013866" cy="1645285"/>
          </a:xfrm>
          <a:prstGeom prst="rect">
            <a:avLst/>
          </a:prstGeom>
        </p:spPr>
        <p:txBody>
          <a:bodyPr anchor="t" rtlCol="false" tIns="0" lIns="0" bIns="0" rIns="0">
            <a:spAutoFit/>
          </a:bodyPr>
          <a:lstStyle/>
          <a:p>
            <a:pPr algn="just">
              <a:lnSpc>
                <a:spcPts val="2239"/>
              </a:lnSpc>
            </a:pPr>
            <a:r>
              <a:rPr lang="en-US" sz="1599" spc="-33">
                <a:solidFill>
                  <a:srgbClr val="EBC118"/>
                </a:solidFill>
                <a:latin typeface="Noto Serif Bengali SemiCondensed"/>
                <a:ea typeface="Noto Serif Bengali SemiCondensed"/>
                <a:cs typeface="Noto Serif Bengali SemiCondensed"/>
                <a:sym typeface="Noto Serif Bengali SemiCondense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sp>
        <p:nvSpPr>
          <p:cNvPr name="TextBox 11" id="11"/>
          <p:cNvSpPr txBox="true"/>
          <p:nvPr/>
        </p:nvSpPr>
        <p:spPr>
          <a:xfrm rot="0">
            <a:off x="3925255" y="6706737"/>
            <a:ext cx="7013866" cy="816610"/>
          </a:xfrm>
          <a:prstGeom prst="rect">
            <a:avLst/>
          </a:prstGeom>
        </p:spPr>
        <p:txBody>
          <a:bodyPr anchor="t" rtlCol="false" tIns="0" lIns="0" bIns="0" rIns="0">
            <a:spAutoFit/>
          </a:bodyPr>
          <a:lstStyle/>
          <a:p>
            <a:pPr algn="just">
              <a:lnSpc>
                <a:spcPts val="2239"/>
              </a:lnSpc>
            </a:pPr>
            <a:r>
              <a:rPr lang="en-US" sz="1599" spc="-33">
                <a:solidFill>
                  <a:srgbClr val="EBC118"/>
                </a:solidFill>
                <a:latin typeface="Noto Serif Bengali SemiCondensed"/>
                <a:ea typeface="Noto Serif Bengali SemiCondensed"/>
                <a:cs typeface="Noto Serif Bengali SemiCondensed"/>
                <a:sym typeface="Noto Serif Bengali SemiCondensed"/>
              </a:rPr>
              <a:t>Lorem ipsum dolor sit amet, consectetur adipiscing elit, sed do eiusmod tempor incididunt ut labore et dolore magna aliqua. Ut enim ad minim veniam, quis nostrud exercitation ullamco laboris nisi ut aliquip ex ea commodo consequat.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028700" y="6976745"/>
            <a:ext cx="6542881" cy="2281555"/>
          </a:xfrm>
          <a:prstGeom prst="rect">
            <a:avLst/>
          </a:prstGeom>
        </p:spPr>
        <p:txBody>
          <a:bodyPr anchor="t" rtlCol="false" tIns="0" lIns="0" bIns="0" rIns="0">
            <a:spAutoFit/>
          </a:bodyPr>
          <a:lstStyle/>
          <a:p>
            <a:pPr algn="just">
              <a:lnSpc>
                <a:spcPts val="8960"/>
              </a:lnSpc>
            </a:pPr>
            <a:r>
              <a:rPr lang="en-US" sz="8000" spc="-168">
                <a:solidFill>
                  <a:srgbClr val="EBC118"/>
                </a:solidFill>
                <a:latin typeface="Noto Serif Bengali SemiCondensed"/>
                <a:ea typeface="Noto Serif Bengali SemiCondensed"/>
                <a:cs typeface="Noto Serif Bengali SemiCondensed"/>
                <a:sym typeface="Noto Serif Bengali SemiCondensed"/>
              </a:rPr>
              <a:t>Climate Change</a:t>
            </a:r>
          </a:p>
        </p:txBody>
      </p:sp>
      <p:sp>
        <p:nvSpPr>
          <p:cNvPr name="TextBox 3" id="3"/>
          <p:cNvSpPr txBox="true"/>
          <p:nvPr/>
        </p:nvSpPr>
        <p:spPr>
          <a:xfrm rot="0">
            <a:off x="6082600" y="6971030"/>
            <a:ext cx="4936490" cy="2197735"/>
          </a:xfrm>
          <a:prstGeom prst="rect">
            <a:avLst/>
          </a:prstGeom>
        </p:spPr>
        <p:txBody>
          <a:bodyPr anchor="t" rtlCol="false" tIns="0" lIns="0" bIns="0" rIns="0">
            <a:spAutoFit/>
          </a:bodyPr>
          <a:lstStyle/>
          <a:p>
            <a:pPr algn="just">
              <a:lnSpc>
                <a:spcPts val="2239"/>
              </a:lnSpc>
            </a:pPr>
            <a:r>
              <a:rPr lang="en-US" sz="1599" spc="-33">
                <a:solidFill>
                  <a:srgbClr val="EBC118"/>
                </a:solidFill>
                <a:latin typeface="Noto Serif Bengali SemiCondensed"/>
                <a:ea typeface="Noto Serif Bengali SemiCondensed"/>
                <a:cs typeface="Noto Serif Bengali SemiCondensed"/>
                <a:sym typeface="Noto Serif Bengali SemiCondense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grpSp>
        <p:nvGrpSpPr>
          <p:cNvPr name="Group 4" id="4"/>
          <p:cNvGrpSpPr/>
          <p:nvPr/>
        </p:nvGrpSpPr>
        <p:grpSpPr>
          <a:xfrm rot="0">
            <a:off x="-190790" y="1028700"/>
            <a:ext cx="18683834" cy="5097553"/>
            <a:chOff x="0" y="0"/>
            <a:chExt cx="7293577" cy="1989923"/>
          </a:xfrm>
        </p:grpSpPr>
        <p:sp>
          <p:nvSpPr>
            <p:cNvPr name="Freeform 5" id="5"/>
            <p:cNvSpPr/>
            <p:nvPr/>
          </p:nvSpPr>
          <p:spPr>
            <a:xfrm flipH="false" flipV="false" rot="0">
              <a:off x="0" y="0"/>
              <a:ext cx="7293577" cy="1989923"/>
            </a:xfrm>
            <a:custGeom>
              <a:avLst/>
              <a:gdLst/>
              <a:ahLst/>
              <a:cxnLst/>
              <a:rect r="r" b="b" t="t" l="l"/>
              <a:pathLst>
                <a:path h="1989923" w="7293577">
                  <a:moveTo>
                    <a:pt x="0" y="0"/>
                  </a:moveTo>
                  <a:lnTo>
                    <a:pt x="7293577" y="0"/>
                  </a:lnTo>
                  <a:lnTo>
                    <a:pt x="7293577" y="1989923"/>
                  </a:lnTo>
                  <a:lnTo>
                    <a:pt x="0" y="1989923"/>
                  </a:lnTo>
                  <a:close/>
                </a:path>
              </a:pathLst>
            </a:custGeom>
            <a:blipFill>
              <a:blip r:embed="rId2">
                <a:alphaModFix amt="75000"/>
              </a:blip>
              <a:stretch>
                <a:fillRect l="0" t="-72098" r="0" b="-72098"/>
              </a:stretch>
            </a:blipFill>
          </p:spPr>
        </p:sp>
      </p:grpSp>
      <p:sp>
        <p:nvSpPr>
          <p:cNvPr name="TextBox 6" id="6"/>
          <p:cNvSpPr txBox="true"/>
          <p:nvPr/>
        </p:nvSpPr>
        <p:spPr>
          <a:xfrm rot="0">
            <a:off x="12322810" y="6971030"/>
            <a:ext cx="4936490" cy="1369060"/>
          </a:xfrm>
          <a:prstGeom prst="rect">
            <a:avLst/>
          </a:prstGeom>
        </p:spPr>
        <p:txBody>
          <a:bodyPr anchor="t" rtlCol="false" tIns="0" lIns="0" bIns="0" rIns="0">
            <a:spAutoFit/>
          </a:bodyPr>
          <a:lstStyle/>
          <a:p>
            <a:pPr algn="just">
              <a:lnSpc>
                <a:spcPts val="2239"/>
              </a:lnSpc>
            </a:pPr>
            <a:r>
              <a:rPr lang="en-US" sz="1599" spc="-33">
                <a:solidFill>
                  <a:srgbClr val="EBC118"/>
                </a:solidFill>
                <a:latin typeface="Noto Serif Bengali SemiCondensed"/>
                <a:ea typeface="Noto Serif Bengali SemiCondensed"/>
                <a:cs typeface="Noto Serif Bengali SemiCondensed"/>
                <a:sym typeface="Noto Serif Bengali SemiCondensed"/>
              </a:rPr>
              <a:t>Lorem ipsum dolor sit amet, consectetur adipiscing elit, sed do eiusmod tempor incididunt ut labore et dolore magna aliqua. Ut enim ad minim veniam, quis nostrud exercitation ullamco laboris nisi ut aliquip ex ea commodo consequat.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90790" y="1028700"/>
            <a:ext cx="18730932" cy="8229600"/>
            <a:chOff x="0" y="0"/>
            <a:chExt cx="7311962" cy="3212575"/>
          </a:xfrm>
        </p:grpSpPr>
        <p:sp>
          <p:nvSpPr>
            <p:cNvPr name="Freeform 3" id="3"/>
            <p:cNvSpPr/>
            <p:nvPr/>
          </p:nvSpPr>
          <p:spPr>
            <a:xfrm flipH="false" flipV="false" rot="0">
              <a:off x="0" y="0"/>
              <a:ext cx="7311962" cy="3212575"/>
            </a:xfrm>
            <a:custGeom>
              <a:avLst/>
              <a:gdLst/>
              <a:ahLst/>
              <a:cxnLst/>
              <a:rect r="r" b="b" t="t" l="l"/>
              <a:pathLst>
                <a:path h="3212575" w="7311962">
                  <a:moveTo>
                    <a:pt x="0" y="0"/>
                  </a:moveTo>
                  <a:lnTo>
                    <a:pt x="7311962" y="0"/>
                  </a:lnTo>
                  <a:lnTo>
                    <a:pt x="7311962" y="3212575"/>
                  </a:lnTo>
                  <a:lnTo>
                    <a:pt x="0" y="3212575"/>
                  </a:lnTo>
                  <a:close/>
                </a:path>
              </a:pathLst>
            </a:custGeom>
            <a:blipFill>
              <a:blip r:embed="rId2">
                <a:alphaModFix amt="75000"/>
              </a:blip>
              <a:stretch>
                <a:fillRect l="0" t="-25937" r="0" b="-25937"/>
              </a:stretch>
            </a:blipFill>
          </p:spPr>
        </p:sp>
      </p:grpSp>
      <p:grpSp>
        <p:nvGrpSpPr>
          <p:cNvPr name="Group 4" id="4"/>
          <p:cNvGrpSpPr/>
          <p:nvPr/>
        </p:nvGrpSpPr>
        <p:grpSpPr>
          <a:xfrm rot="0">
            <a:off x="9899095" y="1947361"/>
            <a:ext cx="8641047" cy="6392278"/>
            <a:chOff x="0" y="0"/>
            <a:chExt cx="2275831" cy="1683563"/>
          </a:xfrm>
        </p:grpSpPr>
        <p:sp>
          <p:nvSpPr>
            <p:cNvPr name="Freeform 5" id="5"/>
            <p:cNvSpPr/>
            <p:nvPr/>
          </p:nvSpPr>
          <p:spPr>
            <a:xfrm flipH="false" flipV="false" rot="0">
              <a:off x="0" y="0"/>
              <a:ext cx="2275831" cy="1683563"/>
            </a:xfrm>
            <a:custGeom>
              <a:avLst/>
              <a:gdLst/>
              <a:ahLst/>
              <a:cxnLst/>
              <a:rect r="r" b="b" t="t" l="l"/>
              <a:pathLst>
                <a:path h="1683563" w="2275831">
                  <a:moveTo>
                    <a:pt x="0" y="0"/>
                  </a:moveTo>
                  <a:lnTo>
                    <a:pt x="2275831" y="0"/>
                  </a:lnTo>
                  <a:lnTo>
                    <a:pt x="2275831" y="1683563"/>
                  </a:lnTo>
                  <a:lnTo>
                    <a:pt x="0" y="1683563"/>
                  </a:lnTo>
                  <a:close/>
                </a:path>
              </a:pathLst>
            </a:custGeom>
            <a:solidFill>
              <a:srgbClr val="000000"/>
            </a:solidFill>
          </p:spPr>
        </p:sp>
        <p:sp>
          <p:nvSpPr>
            <p:cNvPr name="TextBox 6" id="6"/>
            <p:cNvSpPr txBox="true"/>
            <p:nvPr/>
          </p:nvSpPr>
          <p:spPr>
            <a:xfrm>
              <a:off x="0" y="-47625"/>
              <a:ext cx="2275831" cy="1731188"/>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12070668" y="2773631"/>
            <a:ext cx="4936490" cy="2281555"/>
          </a:xfrm>
          <a:prstGeom prst="rect">
            <a:avLst/>
          </a:prstGeom>
        </p:spPr>
        <p:txBody>
          <a:bodyPr anchor="t" rtlCol="false" tIns="0" lIns="0" bIns="0" rIns="0">
            <a:spAutoFit/>
          </a:bodyPr>
          <a:lstStyle/>
          <a:p>
            <a:pPr algn="r">
              <a:lnSpc>
                <a:spcPts val="8960"/>
              </a:lnSpc>
            </a:pPr>
            <a:r>
              <a:rPr lang="en-US" sz="8000" spc="-168">
                <a:solidFill>
                  <a:srgbClr val="EBC118"/>
                </a:solidFill>
                <a:latin typeface="Noto Serif Bengali SemiCondensed"/>
                <a:ea typeface="Noto Serif Bengali SemiCondensed"/>
                <a:cs typeface="Noto Serif Bengali SemiCondensed"/>
                <a:sym typeface="Noto Serif Bengali SemiCondensed"/>
              </a:rPr>
              <a:t>Natural Resources</a:t>
            </a:r>
          </a:p>
        </p:txBody>
      </p:sp>
      <p:sp>
        <p:nvSpPr>
          <p:cNvPr name="TextBox 8" id="8"/>
          <p:cNvSpPr txBox="true"/>
          <p:nvPr/>
        </p:nvSpPr>
        <p:spPr>
          <a:xfrm rot="0">
            <a:off x="11340642" y="5658534"/>
            <a:ext cx="5666516" cy="1921510"/>
          </a:xfrm>
          <a:prstGeom prst="rect">
            <a:avLst/>
          </a:prstGeom>
        </p:spPr>
        <p:txBody>
          <a:bodyPr anchor="t" rtlCol="false" tIns="0" lIns="0" bIns="0" rIns="0">
            <a:spAutoFit/>
          </a:bodyPr>
          <a:lstStyle/>
          <a:p>
            <a:pPr algn="just">
              <a:lnSpc>
                <a:spcPts val="2239"/>
              </a:lnSpc>
            </a:pPr>
            <a:r>
              <a:rPr lang="en-US" sz="1599" spc="-33">
                <a:solidFill>
                  <a:srgbClr val="EBC118"/>
                </a:solidFill>
                <a:latin typeface="Noto Serif Bengali SemiCondensed"/>
                <a:ea typeface="Noto Serif Bengali SemiCondensed"/>
                <a:cs typeface="Noto Serif Bengali SemiCondensed"/>
                <a:sym typeface="Noto Serif Bengali SemiCondense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90790" y="1028700"/>
            <a:ext cx="6576477" cy="8229600"/>
            <a:chOff x="0" y="0"/>
            <a:chExt cx="2567248" cy="3212575"/>
          </a:xfrm>
        </p:grpSpPr>
        <p:sp>
          <p:nvSpPr>
            <p:cNvPr name="Freeform 3" id="3"/>
            <p:cNvSpPr/>
            <p:nvPr/>
          </p:nvSpPr>
          <p:spPr>
            <a:xfrm flipH="false" flipV="false" rot="0">
              <a:off x="0" y="0"/>
              <a:ext cx="2567248" cy="3212575"/>
            </a:xfrm>
            <a:custGeom>
              <a:avLst/>
              <a:gdLst/>
              <a:ahLst/>
              <a:cxnLst/>
              <a:rect r="r" b="b" t="t" l="l"/>
              <a:pathLst>
                <a:path h="3212575" w="2567248">
                  <a:moveTo>
                    <a:pt x="0" y="0"/>
                  </a:moveTo>
                  <a:lnTo>
                    <a:pt x="2567248" y="0"/>
                  </a:lnTo>
                  <a:lnTo>
                    <a:pt x="2567248" y="3212575"/>
                  </a:lnTo>
                  <a:lnTo>
                    <a:pt x="0" y="3212575"/>
                  </a:lnTo>
                  <a:close/>
                </a:path>
              </a:pathLst>
            </a:custGeom>
            <a:blipFill>
              <a:blip r:embed="rId2">
                <a:alphaModFix amt="75000"/>
              </a:blip>
              <a:stretch>
                <a:fillRect l="0" t="-9859" r="0" b="-9859"/>
              </a:stretch>
            </a:blipFill>
          </p:spPr>
        </p:sp>
      </p:grpSp>
      <p:grpSp>
        <p:nvGrpSpPr>
          <p:cNvPr name="Group 4" id="4"/>
          <p:cNvGrpSpPr/>
          <p:nvPr/>
        </p:nvGrpSpPr>
        <p:grpSpPr>
          <a:xfrm rot="0">
            <a:off x="6817489" y="1028700"/>
            <a:ext cx="11724389" cy="8229600"/>
            <a:chOff x="0" y="0"/>
            <a:chExt cx="4576830" cy="3212575"/>
          </a:xfrm>
        </p:grpSpPr>
        <p:sp>
          <p:nvSpPr>
            <p:cNvPr name="Freeform 5" id="5"/>
            <p:cNvSpPr/>
            <p:nvPr/>
          </p:nvSpPr>
          <p:spPr>
            <a:xfrm flipH="false" flipV="false" rot="0">
              <a:off x="0" y="0"/>
              <a:ext cx="4576830" cy="3212575"/>
            </a:xfrm>
            <a:custGeom>
              <a:avLst/>
              <a:gdLst/>
              <a:ahLst/>
              <a:cxnLst/>
              <a:rect r="r" b="b" t="t" l="l"/>
              <a:pathLst>
                <a:path h="3212575" w="4576830">
                  <a:moveTo>
                    <a:pt x="0" y="0"/>
                  </a:moveTo>
                  <a:lnTo>
                    <a:pt x="4576830" y="0"/>
                  </a:lnTo>
                  <a:lnTo>
                    <a:pt x="4576830" y="3212575"/>
                  </a:lnTo>
                  <a:lnTo>
                    <a:pt x="0" y="3212575"/>
                  </a:lnTo>
                  <a:close/>
                </a:path>
              </a:pathLst>
            </a:custGeom>
            <a:blipFill>
              <a:blip r:embed="rId3">
                <a:alphaModFix amt="75000"/>
              </a:blip>
              <a:stretch>
                <a:fillRect l="0" t="-56716" r="0" b="-56716"/>
              </a:stretch>
            </a:blipFill>
          </p:spPr>
        </p:sp>
      </p:grpSp>
      <p:grpSp>
        <p:nvGrpSpPr>
          <p:cNvPr name="Group 6" id="6"/>
          <p:cNvGrpSpPr/>
          <p:nvPr/>
        </p:nvGrpSpPr>
        <p:grpSpPr>
          <a:xfrm rot="0">
            <a:off x="9542601" y="3901947"/>
            <a:ext cx="8999277" cy="4649635"/>
            <a:chOff x="0" y="0"/>
            <a:chExt cx="2370180" cy="1224595"/>
          </a:xfrm>
        </p:grpSpPr>
        <p:sp>
          <p:nvSpPr>
            <p:cNvPr name="Freeform 7" id="7"/>
            <p:cNvSpPr/>
            <p:nvPr/>
          </p:nvSpPr>
          <p:spPr>
            <a:xfrm flipH="false" flipV="false" rot="0">
              <a:off x="0" y="0"/>
              <a:ext cx="2370180" cy="1224595"/>
            </a:xfrm>
            <a:custGeom>
              <a:avLst/>
              <a:gdLst/>
              <a:ahLst/>
              <a:cxnLst/>
              <a:rect r="r" b="b" t="t" l="l"/>
              <a:pathLst>
                <a:path h="1224595" w="2370180">
                  <a:moveTo>
                    <a:pt x="0" y="0"/>
                  </a:moveTo>
                  <a:lnTo>
                    <a:pt x="2370180" y="0"/>
                  </a:lnTo>
                  <a:lnTo>
                    <a:pt x="2370180" y="1224595"/>
                  </a:lnTo>
                  <a:lnTo>
                    <a:pt x="0" y="1224595"/>
                  </a:lnTo>
                  <a:close/>
                </a:path>
              </a:pathLst>
            </a:custGeom>
            <a:solidFill>
              <a:srgbClr val="000000"/>
            </a:solidFill>
          </p:spPr>
        </p:sp>
        <p:sp>
          <p:nvSpPr>
            <p:cNvPr name="TextBox 8" id="8"/>
            <p:cNvSpPr txBox="true"/>
            <p:nvPr/>
          </p:nvSpPr>
          <p:spPr>
            <a:xfrm>
              <a:off x="0" y="-47625"/>
              <a:ext cx="2370180" cy="1272220"/>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10700151" y="4290916"/>
            <a:ext cx="6684177" cy="1368424"/>
          </a:xfrm>
          <a:prstGeom prst="rect">
            <a:avLst/>
          </a:prstGeom>
        </p:spPr>
        <p:txBody>
          <a:bodyPr anchor="t" rtlCol="false" tIns="0" lIns="0" bIns="0" rIns="0">
            <a:spAutoFit/>
          </a:bodyPr>
          <a:lstStyle/>
          <a:p>
            <a:pPr algn="l">
              <a:lnSpc>
                <a:spcPts val="11200"/>
              </a:lnSpc>
            </a:pPr>
            <a:r>
              <a:rPr lang="en-US" sz="8000" spc="-168">
                <a:solidFill>
                  <a:srgbClr val="EBC118"/>
                </a:solidFill>
                <a:latin typeface="Noto Serif Bengali SemiCondensed"/>
                <a:ea typeface="Noto Serif Bengali SemiCondensed"/>
                <a:cs typeface="Noto Serif Bengali SemiCondensed"/>
                <a:sym typeface="Noto Serif Bengali SemiCondensed"/>
              </a:rPr>
              <a:t>Human Impact</a:t>
            </a:r>
          </a:p>
        </p:txBody>
      </p:sp>
      <p:sp>
        <p:nvSpPr>
          <p:cNvPr name="TextBox 10" id="10"/>
          <p:cNvSpPr txBox="true"/>
          <p:nvPr/>
        </p:nvSpPr>
        <p:spPr>
          <a:xfrm rot="0">
            <a:off x="10700151" y="6198190"/>
            <a:ext cx="6684177" cy="1645285"/>
          </a:xfrm>
          <a:prstGeom prst="rect">
            <a:avLst/>
          </a:prstGeom>
        </p:spPr>
        <p:txBody>
          <a:bodyPr anchor="t" rtlCol="false" tIns="0" lIns="0" bIns="0" rIns="0">
            <a:spAutoFit/>
          </a:bodyPr>
          <a:lstStyle/>
          <a:p>
            <a:pPr algn="just">
              <a:lnSpc>
                <a:spcPts val="2239"/>
              </a:lnSpc>
            </a:pPr>
            <a:r>
              <a:rPr lang="en-US" sz="1599" spc="-33">
                <a:solidFill>
                  <a:srgbClr val="EBC118"/>
                </a:solidFill>
                <a:latin typeface="Noto Serif Bengali SemiCondensed"/>
                <a:ea typeface="Noto Serif Bengali SemiCondensed"/>
                <a:cs typeface="Noto Serif Bengali SemiCondensed"/>
                <a:sym typeface="Noto Serif Bengali SemiCondense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205944" y="1028700"/>
            <a:ext cx="14335934" cy="8229600"/>
            <a:chOff x="0" y="0"/>
            <a:chExt cx="5596294" cy="3212575"/>
          </a:xfrm>
        </p:grpSpPr>
        <p:sp>
          <p:nvSpPr>
            <p:cNvPr name="Freeform 3" id="3"/>
            <p:cNvSpPr/>
            <p:nvPr/>
          </p:nvSpPr>
          <p:spPr>
            <a:xfrm flipH="false" flipV="false" rot="0">
              <a:off x="0" y="0"/>
              <a:ext cx="5596294" cy="3212575"/>
            </a:xfrm>
            <a:custGeom>
              <a:avLst/>
              <a:gdLst/>
              <a:ahLst/>
              <a:cxnLst/>
              <a:rect r="r" b="b" t="t" l="l"/>
              <a:pathLst>
                <a:path h="3212575" w="5596294">
                  <a:moveTo>
                    <a:pt x="0" y="0"/>
                  </a:moveTo>
                  <a:lnTo>
                    <a:pt x="5596294" y="0"/>
                  </a:lnTo>
                  <a:lnTo>
                    <a:pt x="5596294" y="3212575"/>
                  </a:lnTo>
                  <a:lnTo>
                    <a:pt x="0" y="3212575"/>
                  </a:lnTo>
                  <a:close/>
                </a:path>
              </a:pathLst>
            </a:custGeom>
            <a:blipFill>
              <a:blip r:embed="rId2">
                <a:alphaModFix amt="75000"/>
              </a:blip>
              <a:stretch>
                <a:fillRect l="0" t="-80649" r="0" b="-80649"/>
              </a:stretch>
            </a:blipFill>
          </p:spPr>
        </p:sp>
      </p:grpSp>
      <p:grpSp>
        <p:nvGrpSpPr>
          <p:cNvPr name="Group 4" id="4"/>
          <p:cNvGrpSpPr/>
          <p:nvPr/>
        </p:nvGrpSpPr>
        <p:grpSpPr>
          <a:xfrm rot="0">
            <a:off x="-1239690" y="416420"/>
            <a:ext cx="9583017" cy="6910361"/>
            <a:chOff x="0" y="0"/>
            <a:chExt cx="2523922" cy="1820013"/>
          </a:xfrm>
        </p:grpSpPr>
        <p:sp>
          <p:nvSpPr>
            <p:cNvPr name="Freeform 5" id="5"/>
            <p:cNvSpPr/>
            <p:nvPr/>
          </p:nvSpPr>
          <p:spPr>
            <a:xfrm flipH="false" flipV="false" rot="0">
              <a:off x="0" y="0"/>
              <a:ext cx="2523922" cy="1820013"/>
            </a:xfrm>
            <a:custGeom>
              <a:avLst/>
              <a:gdLst/>
              <a:ahLst/>
              <a:cxnLst/>
              <a:rect r="r" b="b" t="t" l="l"/>
              <a:pathLst>
                <a:path h="1820013" w="2523922">
                  <a:moveTo>
                    <a:pt x="0" y="0"/>
                  </a:moveTo>
                  <a:lnTo>
                    <a:pt x="2523922" y="0"/>
                  </a:lnTo>
                  <a:lnTo>
                    <a:pt x="2523922" y="1820013"/>
                  </a:lnTo>
                  <a:lnTo>
                    <a:pt x="0" y="1820013"/>
                  </a:lnTo>
                  <a:close/>
                </a:path>
              </a:pathLst>
            </a:custGeom>
            <a:solidFill>
              <a:srgbClr val="000000"/>
            </a:solidFill>
          </p:spPr>
        </p:sp>
        <p:sp>
          <p:nvSpPr>
            <p:cNvPr name="TextBox 6" id="6"/>
            <p:cNvSpPr txBox="true"/>
            <p:nvPr/>
          </p:nvSpPr>
          <p:spPr>
            <a:xfrm>
              <a:off x="0" y="-47625"/>
              <a:ext cx="2523922" cy="1867638"/>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1381938" y="1381306"/>
            <a:ext cx="5648011" cy="2382520"/>
          </a:xfrm>
          <a:prstGeom prst="rect">
            <a:avLst/>
          </a:prstGeom>
        </p:spPr>
        <p:txBody>
          <a:bodyPr anchor="t" rtlCol="false" tIns="0" lIns="0" bIns="0" rIns="0">
            <a:spAutoFit/>
          </a:bodyPr>
          <a:lstStyle/>
          <a:p>
            <a:pPr algn="l">
              <a:lnSpc>
                <a:spcPts val="9440"/>
              </a:lnSpc>
            </a:pPr>
            <a:r>
              <a:rPr lang="en-US" sz="8000" spc="-168">
                <a:solidFill>
                  <a:srgbClr val="EBC118"/>
                </a:solidFill>
                <a:latin typeface="Noto Serif Bengali SemiCondensed"/>
                <a:ea typeface="Noto Serif Bengali SemiCondensed"/>
                <a:cs typeface="Noto Serif Bengali SemiCondensed"/>
                <a:sym typeface="Noto Serif Bengali SemiCondensed"/>
              </a:rPr>
              <a:t>Nature and Culture</a:t>
            </a:r>
          </a:p>
        </p:txBody>
      </p:sp>
      <p:sp>
        <p:nvSpPr>
          <p:cNvPr name="TextBox 8" id="8"/>
          <p:cNvSpPr txBox="true"/>
          <p:nvPr/>
        </p:nvSpPr>
        <p:spPr>
          <a:xfrm rot="0">
            <a:off x="1381938" y="4144908"/>
            <a:ext cx="5648011" cy="1921510"/>
          </a:xfrm>
          <a:prstGeom prst="rect">
            <a:avLst/>
          </a:prstGeom>
        </p:spPr>
        <p:txBody>
          <a:bodyPr anchor="t" rtlCol="false" tIns="0" lIns="0" bIns="0" rIns="0">
            <a:spAutoFit/>
          </a:bodyPr>
          <a:lstStyle/>
          <a:p>
            <a:pPr algn="just">
              <a:lnSpc>
                <a:spcPts val="2239"/>
              </a:lnSpc>
            </a:pPr>
            <a:r>
              <a:rPr lang="en-US" sz="1599" spc="-33">
                <a:solidFill>
                  <a:srgbClr val="EBC118"/>
                </a:solidFill>
                <a:latin typeface="Noto Serif Bengali SemiCondensed"/>
                <a:ea typeface="Noto Serif Bengali SemiCondensed"/>
                <a:cs typeface="Noto Serif Bengali SemiCondensed"/>
                <a:sym typeface="Noto Serif Bengali SemiCondense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520788" y="1028700"/>
            <a:ext cx="9021090" cy="8229600"/>
            <a:chOff x="0" y="0"/>
            <a:chExt cx="3521548" cy="3212575"/>
          </a:xfrm>
        </p:grpSpPr>
        <p:sp>
          <p:nvSpPr>
            <p:cNvPr name="Freeform 3" id="3"/>
            <p:cNvSpPr/>
            <p:nvPr/>
          </p:nvSpPr>
          <p:spPr>
            <a:xfrm flipH="false" flipV="false" rot="0">
              <a:off x="0" y="0"/>
              <a:ext cx="3521548" cy="3212575"/>
            </a:xfrm>
            <a:custGeom>
              <a:avLst/>
              <a:gdLst/>
              <a:ahLst/>
              <a:cxnLst/>
              <a:rect r="r" b="b" t="t" l="l"/>
              <a:pathLst>
                <a:path h="3212575" w="3521548">
                  <a:moveTo>
                    <a:pt x="0" y="0"/>
                  </a:moveTo>
                  <a:lnTo>
                    <a:pt x="3521548" y="0"/>
                  </a:lnTo>
                  <a:lnTo>
                    <a:pt x="3521548" y="3212575"/>
                  </a:lnTo>
                  <a:lnTo>
                    <a:pt x="0" y="3212575"/>
                  </a:lnTo>
                  <a:close/>
                </a:path>
              </a:pathLst>
            </a:custGeom>
            <a:blipFill>
              <a:blip r:embed="rId2">
                <a:alphaModFix amt="75000"/>
              </a:blip>
              <a:stretch>
                <a:fillRect l="-12719" t="0" r="-24205" b="0"/>
              </a:stretch>
            </a:blipFill>
          </p:spPr>
        </p:sp>
      </p:grpSp>
      <p:sp>
        <p:nvSpPr>
          <p:cNvPr name="TextBox 4" id="4"/>
          <p:cNvSpPr txBox="true"/>
          <p:nvPr/>
        </p:nvSpPr>
        <p:spPr>
          <a:xfrm rot="0">
            <a:off x="1381938" y="2810469"/>
            <a:ext cx="5648011" cy="2382520"/>
          </a:xfrm>
          <a:prstGeom prst="rect">
            <a:avLst/>
          </a:prstGeom>
        </p:spPr>
        <p:txBody>
          <a:bodyPr anchor="t" rtlCol="false" tIns="0" lIns="0" bIns="0" rIns="0">
            <a:spAutoFit/>
          </a:bodyPr>
          <a:lstStyle/>
          <a:p>
            <a:pPr algn="l">
              <a:lnSpc>
                <a:spcPts val="9440"/>
              </a:lnSpc>
            </a:pPr>
            <a:r>
              <a:rPr lang="en-US" sz="8000" spc="-168">
                <a:solidFill>
                  <a:srgbClr val="EBC118"/>
                </a:solidFill>
                <a:latin typeface="Noto Serif Bengali SemiCondensed"/>
                <a:ea typeface="Noto Serif Bengali SemiCondensed"/>
                <a:cs typeface="Noto Serif Bengali SemiCondensed"/>
                <a:sym typeface="Noto Serif Bengali SemiCondensed"/>
              </a:rPr>
              <a:t>Nature in Urban Areas</a:t>
            </a:r>
          </a:p>
        </p:txBody>
      </p:sp>
      <p:sp>
        <p:nvSpPr>
          <p:cNvPr name="TextBox 5" id="5"/>
          <p:cNvSpPr txBox="true"/>
          <p:nvPr/>
        </p:nvSpPr>
        <p:spPr>
          <a:xfrm rot="0">
            <a:off x="1381938" y="5574071"/>
            <a:ext cx="6542881" cy="1645285"/>
          </a:xfrm>
          <a:prstGeom prst="rect">
            <a:avLst/>
          </a:prstGeom>
        </p:spPr>
        <p:txBody>
          <a:bodyPr anchor="t" rtlCol="false" tIns="0" lIns="0" bIns="0" rIns="0">
            <a:spAutoFit/>
          </a:bodyPr>
          <a:lstStyle/>
          <a:p>
            <a:pPr algn="just">
              <a:lnSpc>
                <a:spcPts val="2239"/>
              </a:lnSpc>
            </a:pPr>
            <a:r>
              <a:rPr lang="en-US" sz="1599" spc="-33">
                <a:solidFill>
                  <a:srgbClr val="EBC118"/>
                </a:solidFill>
                <a:latin typeface="Noto Serif Bengali SemiCondensed"/>
                <a:ea typeface="Noto Serif Bengali SemiCondensed"/>
                <a:cs typeface="Noto Serif Bengali SemiCondensed"/>
                <a:sym typeface="Noto Serif Bengali SemiCondense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97762" y="1028700"/>
            <a:ext cx="11002495" cy="8229600"/>
            <a:chOff x="0" y="0"/>
            <a:chExt cx="4295025" cy="3212575"/>
          </a:xfrm>
        </p:grpSpPr>
        <p:sp>
          <p:nvSpPr>
            <p:cNvPr name="Freeform 3" id="3"/>
            <p:cNvSpPr/>
            <p:nvPr/>
          </p:nvSpPr>
          <p:spPr>
            <a:xfrm flipH="false" flipV="false" rot="0">
              <a:off x="0" y="0"/>
              <a:ext cx="4295025" cy="3212575"/>
            </a:xfrm>
            <a:custGeom>
              <a:avLst/>
              <a:gdLst/>
              <a:ahLst/>
              <a:cxnLst/>
              <a:rect r="r" b="b" t="t" l="l"/>
              <a:pathLst>
                <a:path h="3212575" w="4295025">
                  <a:moveTo>
                    <a:pt x="0" y="0"/>
                  </a:moveTo>
                  <a:lnTo>
                    <a:pt x="4295025" y="0"/>
                  </a:lnTo>
                  <a:lnTo>
                    <a:pt x="4295025" y="3212575"/>
                  </a:lnTo>
                  <a:lnTo>
                    <a:pt x="0" y="3212575"/>
                  </a:lnTo>
                  <a:close/>
                </a:path>
              </a:pathLst>
            </a:custGeom>
            <a:blipFill>
              <a:blip r:embed="rId2">
                <a:alphaModFix amt="75000"/>
              </a:blip>
              <a:stretch>
                <a:fillRect l="-6028" t="0" r="-6028" b="0"/>
              </a:stretch>
            </a:blipFill>
          </p:spPr>
        </p:sp>
      </p:grpSp>
      <p:sp>
        <p:nvSpPr>
          <p:cNvPr name="TextBox 4" id="4"/>
          <p:cNvSpPr txBox="true"/>
          <p:nvPr/>
        </p:nvSpPr>
        <p:spPr>
          <a:xfrm rot="0">
            <a:off x="10804732" y="2950873"/>
            <a:ext cx="5648011" cy="2199005"/>
          </a:xfrm>
          <a:prstGeom prst="rect">
            <a:avLst/>
          </a:prstGeom>
        </p:spPr>
        <p:txBody>
          <a:bodyPr anchor="t" rtlCol="false" tIns="0" lIns="0" bIns="0" rIns="0">
            <a:spAutoFit/>
          </a:bodyPr>
          <a:lstStyle/>
          <a:p>
            <a:pPr algn="l">
              <a:lnSpc>
                <a:spcPts val="8560"/>
              </a:lnSpc>
            </a:pPr>
            <a:r>
              <a:rPr lang="en-US" sz="8000" spc="-168">
                <a:solidFill>
                  <a:srgbClr val="EBC118"/>
                </a:solidFill>
                <a:latin typeface="Noto Serif Bengali SemiCondensed"/>
                <a:ea typeface="Noto Serif Bengali SemiCondensed"/>
                <a:cs typeface="Noto Serif Bengali SemiCondensed"/>
                <a:sym typeface="Noto Serif Bengali SemiCondensed"/>
              </a:rPr>
              <a:t>The Role of Technology</a:t>
            </a:r>
          </a:p>
        </p:txBody>
      </p:sp>
      <p:sp>
        <p:nvSpPr>
          <p:cNvPr name="TextBox 5" id="5"/>
          <p:cNvSpPr txBox="true"/>
          <p:nvPr/>
        </p:nvSpPr>
        <p:spPr>
          <a:xfrm rot="0">
            <a:off x="10804732" y="5519392"/>
            <a:ext cx="5648011" cy="1921510"/>
          </a:xfrm>
          <a:prstGeom prst="rect">
            <a:avLst/>
          </a:prstGeom>
        </p:spPr>
        <p:txBody>
          <a:bodyPr anchor="t" rtlCol="false" tIns="0" lIns="0" bIns="0" rIns="0">
            <a:spAutoFit/>
          </a:bodyPr>
          <a:lstStyle/>
          <a:p>
            <a:pPr algn="just">
              <a:lnSpc>
                <a:spcPts val="2239"/>
              </a:lnSpc>
            </a:pPr>
            <a:r>
              <a:rPr lang="en-US" sz="1599" spc="-33">
                <a:solidFill>
                  <a:srgbClr val="EBC118"/>
                </a:solidFill>
                <a:latin typeface="Noto Serif Bengali SemiCondensed"/>
                <a:ea typeface="Noto Serif Bengali SemiCondensed"/>
                <a:cs typeface="Noto Serif Bengali SemiCondensed"/>
                <a:sym typeface="Noto Serif Bengali SemiCondense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97762" y="1028700"/>
            <a:ext cx="12509645" cy="8229600"/>
            <a:chOff x="0" y="0"/>
            <a:chExt cx="4883369" cy="3212575"/>
          </a:xfrm>
        </p:grpSpPr>
        <p:sp>
          <p:nvSpPr>
            <p:cNvPr name="Freeform 3" id="3"/>
            <p:cNvSpPr/>
            <p:nvPr/>
          </p:nvSpPr>
          <p:spPr>
            <a:xfrm flipH="false" flipV="false" rot="0">
              <a:off x="0" y="0"/>
              <a:ext cx="4883369" cy="3212575"/>
            </a:xfrm>
            <a:custGeom>
              <a:avLst/>
              <a:gdLst/>
              <a:ahLst/>
              <a:cxnLst/>
              <a:rect r="r" b="b" t="t" l="l"/>
              <a:pathLst>
                <a:path h="3212575" w="4883369">
                  <a:moveTo>
                    <a:pt x="0" y="0"/>
                  </a:moveTo>
                  <a:lnTo>
                    <a:pt x="4883369" y="0"/>
                  </a:lnTo>
                  <a:lnTo>
                    <a:pt x="4883369" y="3212575"/>
                  </a:lnTo>
                  <a:lnTo>
                    <a:pt x="0" y="3212575"/>
                  </a:lnTo>
                  <a:close/>
                </a:path>
              </a:pathLst>
            </a:custGeom>
            <a:blipFill>
              <a:blip r:embed="rId2">
                <a:alphaModFix amt="75000"/>
              </a:blip>
              <a:stretch>
                <a:fillRect l="0" t="-637" r="0" b="-637"/>
              </a:stretch>
            </a:blipFill>
          </p:spPr>
        </p:sp>
      </p:grpSp>
      <p:grpSp>
        <p:nvGrpSpPr>
          <p:cNvPr name="Group 4" id="4"/>
          <p:cNvGrpSpPr/>
          <p:nvPr/>
        </p:nvGrpSpPr>
        <p:grpSpPr>
          <a:xfrm rot="0">
            <a:off x="9899095" y="1947361"/>
            <a:ext cx="8641047" cy="6392278"/>
            <a:chOff x="0" y="0"/>
            <a:chExt cx="2275831" cy="1683563"/>
          </a:xfrm>
        </p:grpSpPr>
        <p:sp>
          <p:nvSpPr>
            <p:cNvPr name="Freeform 5" id="5"/>
            <p:cNvSpPr/>
            <p:nvPr/>
          </p:nvSpPr>
          <p:spPr>
            <a:xfrm flipH="false" flipV="false" rot="0">
              <a:off x="0" y="0"/>
              <a:ext cx="2275831" cy="1683563"/>
            </a:xfrm>
            <a:custGeom>
              <a:avLst/>
              <a:gdLst/>
              <a:ahLst/>
              <a:cxnLst/>
              <a:rect r="r" b="b" t="t" l="l"/>
              <a:pathLst>
                <a:path h="1683563" w="2275831">
                  <a:moveTo>
                    <a:pt x="0" y="0"/>
                  </a:moveTo>
                  <a:lnTo>
                    <a:pt x="2275831" y="0"/>
                  </a:lnTo>
                  <a:lnTo>
                    <a:pt x="2275831" y="1683563"/>
                  </a:lnTo>
                  <a:lnTo>
                    <a:pt x="0" y="1683563"/>
                  </a:lnTo>
                  <a:close/>
                </a:path>
              </a:pathLst>
            </a:custGeom>
            <a:solidFill>
              <a:srgbClr val="000000"/>
            </a:solidFill>
          </p:spPr>
        </p:sp>
        <p:sp>
          <p:nvSpPr>
            <p:cNvPr name="TextBox 6" id="6"/>
            <p:cNvSpPr txBox="true"/>
            <p:nvPr/>
          </p:nvSpPr>
          <p:spPr>
            <a:xfrm>
              <a:off x="0" y="-47625"/>
              <a:ext cx="2275831" cy="1731188"/>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11386361" y="2817788"/>
            <a:ext cx="5666516" cy="2281555"/>
          </a:xfrm>
          <a:prstGeom prst="rect">
            <a:avLst/>
          </a:prstGeom>
        </p:spPr>
        <p:txBody>
          <a:bodyPr anchor="t" rtlCol="false" tIns="0" lIns="0" bIns="0" rIns="0">
            <a:spAutoFit/>
          </a:bodyPr>
          <a:lstStyle/>
          <a:p>
            <a:pPr algn="just">
              <a:lnSpc>
                <a:spcPts val="8960"/>
              </a:lnSpc>
            </a:pPr>
            <a:r>
              <a:rPr lang="en-US" sz="8000" spc="-168">
                <a:solidFill>
                  <a:srgbClr val="EBC118"/>
                </a:solidFill>
                <a:latin typeface="Noto Serif Bengali SemiCondensed"/>
                <a:ea typeface="Noto Serif Bengali SemiCondensed"/>
                <a:cs typeface="Noto Serif Bengali SemiCondensed"/>
                <a:sym typeface="Noto Serif Bengali SemiCondensed"/>
              </a:rPr>
              <a:t>Wildlife Protection</a:t>
            </a:r>
          </a:p>
        </p:txBody>
      </p:sp>
      <p:sp>
        <p:nvSpPr>
          <p:cNvPr name="TextBox 8" id="8"/>
          <p:cNvSpPr txBox="true"/>
          <p:nvPr/>
        </p:nvSpPr>
        <p:spPr>
          <a:xfrm rot="0">
            <a:off x="11386361" y="5614377"/>
            <a:ext cx="5666516" cy="1921510"/>
          </a:xfrm>
          <a:prstGeom prst="rect">
            <a:avLst/>
          </a:prstGeom>
        </p:spPr>
        <p:txBody>
          <a:bodyPr anchor="t" rtlCol="false" tIns="0" lIns="0" bIns="0" rIns="0">
            <a:spAutoFit/>
          </a:bodyPr>
          <a:lstStyle/>
          <a:p>
            <a:pPr algn="just">
              <a:lnSpc>
                <a:spcPts val="2239"/>
              </a:lnSpc>
            </a:pPr>
            <a:r>
              <a:rPr lang="en-US" sz="1599" spc="-33">
                <a:solidFill>
                  <a:srgbClr val="EBC118"/>
                </a:solidFill>
                <a:latin typeface="Noto Serif Bengali SemiCondensed"/>
                <a:ea typeface="Noto Serif Bengali SemiCondensed"/>
                <a:cs typeface="Noto Serif Bengali SemiCondensed"/>
                <a:sym typeface="Noto Serif Bengali SemiCondense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97762" y="4655281"/>
            <a:ext cx="18632445" cy="4603019"/>
            <a:chOff x="0" y="0"/>
            <a:chExt cx="7273516" cy="1796873"/>
          </a:xfrm>
        </p:grpSpPr>
        <p:sp>
          <p:nvSpPr>
            <p:cNvPr name="Freeform 3" id="3"/>
            <p:cNvSpPr/>
            <p:nvPr/>
          </p:nvSpPr>
          <p:spPr>
            <a:xfrm flipH="false" flipV="false" rot="0">
              <a:off x="0" y="0"/>
              <a:ext cx="7273516" cy="1796873"/>
            </a:xfrm>
            <a:custGeom>
              <a:avLst/>
              <a:gdLst/>
              <a:ahLst/>
              <a:cxnLst/>
              <a:rect r="r" b="b" t="t" l="l"/>
              <a:pathLst>
                <a:path h="1796873" w="7273516">
                  <a:moveTo>
                    <a:pt x="0" y="0"/>
                  </a:moveTo>
                  <a:lnTo>
                    <a:pt x="7273516" y="0"/>
                  </a:lnTo>
                  <a:lnTo>
                    <a:pt x="7273516" y="1796873"/>
                  </a:lnTo>
                  <a:lnTo>
                    <a:pt x="0" y="1796873"/>
                  </a:lnTo>
                  <a:close/>
                </a:path>
              </a:pathLst>
            </a:custGeom>
            <a:blipFill>
              <a:blip r:embed="rId2">
                <a:alphaModFix amt="75000"/>
              </a:blip>
              <a:stretch>
                <a:fillRect l="0" t="-215602" r="0" b="-291958"/>
              </a:stretch>
            </a:blipFill>
          </p:spPr>
        </p:sp>
      </p:grpSp>
      <p:sp>
        <p:nvSpPr>
          <p:cNvPr name="TextBox 4" id="4"/>
          <p:cNvSpPr txBox="true"/>
          <p:nvPr/>
        </p:nvSpPr>
        <p:spPr>
          <a:xfrm rot="0">
            <a:off x="1028700" y="1095375"/>
            <a:ext cx="6542881" cy="2281555"/>
          </a:xfrm>
          <a:prstGeom prst="rect">
            <a:avLst/>
          </a:prstGeom>
        </p:spPr>
        <p:txBody>
          <a:bodyPr anchor="t" rtlCol="false" tIns="0" lIns="0" bIns="0" rIns="0">
            <a:spAutoFit/>
          </a:bodyPr>
          <a:lstStyle/>
          <a:p>
            <a:pPr algn="just">
              <a:lnSpc>
                <a:spcPts val="8960"/>
              </a:lnSpc>
            </a:pPr>
            <a:r>
              <a:rPr lang="en-US" sz="8000" spc="-168">
                <a:solidFill>
                  <a:srgbClr val="EBC118"/>
                </a:solidFill>
                <a:latin typeface="Noto Serif Bengali SemiCondensed"/>
                <a:ea typeface="Noto Serif Bengali SemiCondensed"/>
                <a:cs typeface="Noto Serif Bengali SemiCondensed"/>
                <a:sym typeface="Noto Serif Bengali SemiCondensed"/>
              </a:rPr>
              <a:t>Educational Programs</a:t>
            </a:r>
          </a:p>
        </p:txBody>
      </p:sp>
      <p:sp>
        <p:nvSpPr>
          <p:cNvPr name="TextBox 5" id="5"/>
          <p:cNvSpPr txBox="true"/>
          <p:nvPr/>
        </p:nvSpPr>
        <p:spPr>
          <a:xfrm rot="0">
            <a:off x="8013637" y="1000125"/>
            <a:ext cx="4936490" cy="2197735"/>
          </a:xfrm>
          <a:prstGeom prst="rect">
            <a:avLst/>
          </a:prstGeom>
        </p:spPr>
        <p:txBody>
          <a:bodyPr anchor="t" rtlCol="false" tIns="0" lIns="0" bIns="0" rIns="0">
            <a:spAutoFit/>
          </a:bodyPr>
          <a:lstStyle/>
          <a:p>
            <a:pPr algn="just">
              <a:lnSpc>
                <a:spcPts val="2239"/>
              </a:lnSpc>
            </a:pPr>
            <a:r>
              <a:rPr lang="en-US" sz="1599" spc="-33">
                <a:solidFill>
                  <a:srgbClr val="EBC118"/>
                </a:solidFill>
                <a:latin typeface="Noto Serif Bengali SemiCondensed"/>
                <a:ea typeface="Noto Serif Bengali SemiCondensed"/>
                <a:cs typeface="Noto Serif Bengali SemiCondensed"/>
                <a:sym typeface="Noto Serif Bengali SemiCondense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grpSp>
        <p:nvGrpSpPr>
          <p:cNvPr name="Group 6" id="6"/>
          <p:cNvGrpSpPr/>
          <p:nvPr/>
        </p:nvGrpSpPr>
        <p:grpSpPr>
          <a:xfrm rot="0">
            <a:off x="13778035" y="1028700"/>
            <a:ext cx="5029716" cy="3152602"/>
            <a:chOff x="0" y="0"/>
            <a:chExt cx="1963442" cy="1230676"/>
          </a:xfrm>
        </p:grpSpPr>
        <p:sp>
          <p:nvSpPr>
            <p:cNvPr name="Freeform 7" id="7"/>
            <p:cNvSpPr/>
            <p:nvPr/>
          </p:nvSpPr>
          <p:spPr>
            <a:xfrm flipH="false" flipV="false" rot="0">
              <a:off x="0" y="0"/>
              <a:ext cx="1963442" cy="1230676"/>
            </a:xfrm>
            <a:custGeom>
              <a:avLst/>
              <a:gdLst/>
              <a:ahLst/>
              <a:cxnLst/>
              <a:rect r="r" b="b" t="t" l="l"/>
              <a:pathLst>
                <a:path h="1230676" w="1963442">
                  <a:moveTo>
                    <a:pt x="0" y="0"/>
                  </a:moveTo>
                  <a:lnTo>
                    <a:pt x="1963442" y="0"/>
                  </a:lnTo>
                  <a:lnTo>
                    <a:pt x="1963442" y="1230676"/>
                  </a:lnTo>
                  <a:lnTo>
                    <a:pt x="0" y="1230676"/>
                  </a:lnTo>
                  <a:close/>
                </a:path>
              </a:pathLst>
            </a:custGeom>
            <a:blipFill>
              <a:blip r:embed="rId2">
                <a:alphaModFix amt="75000"/>
              </a:blip>
              <a:stretch>
                <a:fillRect l="0" t="0" r="-18506" b="-183779"/>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144000" y="1028700"/>
            <a:ext cx="8115300" cy="8229600"/>
            <a:chOff x="0" y="0"/>
            <a:chExt cx="3167956" cy="3212575"/>
          </a:xfrm>
        </p:grpSpPr>
        <p:sp>
          <p:nvSpPr>
            <p:cNvPr name="Freeform 3" id="3"/>
            <p:cNvSpPr/>
            <p:nvPr/>
          </p:nvSpPr>
          <p:spPr>
            <a:xfrm flipH="false" flipV="false" rot="0">
              <a:off x="0" y="0"/>
              <a:ext cx="3167956" cy="3212575"/>
            </a:xfrm>
            <a:custGeom>
              <a:avLst/>
              <a:gdLst/>
              <a:ahLst/>
              <a:cxnLst/>
              <a:rect r="r" b="b" t="t" l="l"/>
              <a:pathLst>
                <a:path h="3212575" w="3167956">
                  <a:moveTo>
                    <a:pt x="0" y="0"/>
                  </a:moveTo>
                  <a:lnTo>
                    <a:pt x="3167956" y="0"/>
                  </a:lnTo>
                  <a:lnTo>
                    <a:pt x="3167956" y="3212575"/>
                  </a:lnTo>
                  <a:lnTo>
                    <a:pt x="0" y="3212575"/>
                  </a:lnTo>
                  <a:close/>
                </a:path>
              </a:pathLst>
            </a:custGeom>
            <a:blipFill>
              <a:blip r:embed="rId2">
                <a:alphaModFix amt="75000"/>
              </a:blip>
              <a:stretch>
                <a:fillRect l="-33271" t="0" r="-23647" b="0"/>
              </a:stretch>
            </a:blipFill>
          </p:spPr>
        </p:sp>
      </p:grpSp>
      <p:grpSp>
        <p:nvGrpSpPr>
          <p:cNvPr name="Group 4" id="4"/>
          <p:cNvGrpSpPr/>
          <p:nvPr/>
        </p:nvGrpSpPr>
        <p:grpSpPr>
          <a:xfrm rot="0">
            <a:off x="-142849" y="1028700"/>
            <a:ext cx="7567265" cy="8229600"/>
            <a:chOff x="0" y="0"/>
            <a:chExt cx="2954020" cy="3212575"/>
          </a:xfrm>
        </p:grpSpPr>
        <p:sp>
          <p:nvSpPr>
            <p:cNvPr name="Freeform 5" id="5"/>
            <p:cNvSpPr/>
            <p:nvPr/>
          </p:nvSpPr>
          <p:spPr>
            <a:xfrm flipH="false" flipV="false" rot="0">
              <a:off x="0" y="0"/>
              <a:ext cx="2954020" cy="3212575"/>
            </a:xfrm>
            <a:custGeom>
              <a:avLst/>
              <a:gdLst/>
              <a:ahLst/>
              <a:cxnLst/>
              <a:rect r="r" b="b" t="t" l="l"/>
              <a:pathLst>
                <a:path h="3212575" w="2954020">
                  <a:moveTo>
                    <a:pt x="0" y="0"/>
                  </a:moveTo>
                  <a:lnTo>
                    <a:pt x="2954020" y="0"/>
                  </a:lnTo>
                  <a:lnTo>
                    <a:pt x="2954020" y="3212575"/>
                  </a:lnTo>
                  <a:lnTo>
                    <a:pt x="0" y="3212575"/>
                  </a:lnTo>
                  <a:close/>
                </a:path>
              </a:pathLst>
            </a:custGeom>
            <a:blipFill>
              <a:blip r:embed="rId2">
                <a:alphaModFix amt="75000"/>
              </a:blip>
              <a:stretch>
                <a:fillRect l="0" t="0" r="-68282" b="0"/>
              </a:stretch>
            </a:blipFill>
          </p:spPr>
        </p:sp>
      </p:grpSp>
      <p:grpSp>
        <p:nvGrpSpPr>
          <p:cNvPr name="Group 6" id="6"/>
          <p:cNvGrpSpPr/>
          <p:nvPr/>
        </p:nvGrpSpPr>
        <p:grpSpPr>
          <a:xfrm rot="0">
            <a:off x="3640783" y="2818682"/>
            <a:ext cx="8999277" cy="4649635"/>
            <a:chOff x="0" y="0"/>
            <a:chExt cx="2370180" cy="1224595"/>
          </a:xfrm>
        </p:grpSpPr>
        <p:sp>
          <p:nvSpPr>
            <p:cNvPr name="Freeform 7" id="7"/>
            <p:cNvSpPr/>
            <p:nvPr/>
          </p:nvSpPr>
          <p:spPr>
            <a:xfrm flipH="false" flipV="false" rot="0">
              <a:off x="0" y="0"/>
              <a:ext cx="2370180" cy="1224595"/>
            </a:xfrm>
            <a:custGeom>
              <a:avLst/>
              <a:gdLst/>
              <a:ahLst/>
              <a:cxnLst/>
              <a:rect r="r" b="b" t="t" l="l"/>
              <a:pathLst>
                <a:path h="1224595" w="2370180">
                  <a:moveTo>
                    <a:pt x="0" y="0"/>
                  </a:moveTo>
                  <a:lnTo>
                    <a:pt x="2370180" y="0"/>
                  </a:lnTo>
                  <a:lnTo>
                    <a:pt x="2370180" y="1224595"/>
                  </a:lnTo>
                  <a:lnTo>
                    <a:pt x="0" y="1224595"/>
                  </a:lnTo>
                  <a:close/>
                </a:path>
              </a:pathLst>
            </a:custGeom>
            <a:solidFill>
              <a:srgbClr val="000000"/>
            </a:solidFill>
          </p:spPr>
        </p:sp>
        <p:sp>
          <p:nvSpPr>
            <p:cNvPr name="TextBox 8" id="8"/>
            <p:cNvSpPr txBox="true"/>
            <p:nvPr/>
          </p:nvSpPr>
          <p:spPr>
            <a:xfrm>
              <a:off x="0" y="-47625"/>
              <a:ext cx="2370180" cy="1272220"/>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4798333" y="3207651"/>
            <a:ext cx="6684177" cy="1368424"/>
          </a:xfrm>
          <a:prstGeom prst="rect">
            <a:avLst/>
          </a:prstGeom>
        </p:spPr>
        <p:txBody>
          <a:bodyPr anchor="t" rtlCol="false" tIns="0" lIns="0" bIns="0" rIns="0">
            <a:spAutoFit/>
          </a:bodyPr>
          <a:lstStyle/>
          <a:p>
            <a:pPr algn="ctr">
              <a:lnSpc>
                <a:spcPts val="11200"/>
              </a:lnSpc>
            </a:pPr>
            <a:r>
              <a:rPr lang="en-US" sz="8000" spc="-168">
                <a:solidFill>
                  <a:srgbClr val="EBC118"/>
                </a:solidFill>
                <a:latin typeface="Noto Serif Bengali SemiCondensed"/>
                <a:ea typeface="Noto Serif Bengali SemiCondensed"/>
                <a:cs typeface="Noto Serif Bengali SemiCondensed"/>
                <a:sym typeface="Noto Serif Bengali SemiCondensed"/>
              </a:rPr>
              <a:t>Call to Action</a:t>
            </a:r>
          </a:p>
        </p:txBody>
      </p:sp>
      <p:sp>
        <p:nvSpPr>
          <p:cNvPr name="TextBox 10" id="10"/>
          <p:cNvSpPr txBox="true"/>
          <p:nvPr/>
        </p:nvSpPr>
        <p:spPr>
          <a:xfrm rot="0">
            <a:off x="4798333" y="5114925"/>
            <a:ext cx="6684177" cy="1645285"/>
          </a:xfrm>
          <a:prstGeom prst="rect">
            <a:avLst/>
          </a:prstGeom>
        </p:spPr>
        <p:txBody>
          <a:bodyPr anchor="t" rtlCol="false" tIns="0" lIns="0" bIns="0" rIns="0">
            <a:spAutoFit/>
          </a:bodyPr>
          <a:lstStyle/>
          <a:p>
            <a:pPr algn="just">
              <a:lnSpc>
                <a:spcPts val="2239"/>
              </a:lnSpc>
            </a:pPr>
            <a:r>
              <a:rPr lang="en-US" sz="1599" spc="-33">
                <a:solidFill>
                  <a:srgbClr val="EBC118"/>
                </a:solidFill>
                <a:latin typeface="Noto Serif Bengali SemiCondensed"/>
                <a:ea typeface="Noto Serif Bengali SemiCondensed"/>
                <a:cs typeface="Noto Serif Bengali SemiCondensed"/>
                <a:sym typeface="Noto Serif Bengali SemiCondense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42849" y="1028700"/>
            <a:ext cx="18566811" cy="8229600"/>
            <a:chOff x="0" y="0"/>
            <a:chExt cx="7247895" cy="3212575"/>
          </a:xfrm>
        </p:grpSpPr>
        <p:sp>
          <p:nvSpPr>
            <p:cNvPr name="Freeform 3" id="3"/>
            <p:cNvSpPr/>
            <p:nvPr/>
          </p:nvSpPr>
          <p:spPr>
            <a:xfrm flipH="false" flipV="false" rot="0">
              <a:off x="0" y="0"/>
              <a:ext cx="7247895" cy="3212575"/>
            </a:xfrm>
            <a:custGeom>
              <a:avLst/>
              <a:gdLst/>
              <a:ahLst/>
              <a:cxnLst/>
              <a:rect r="r" b="b" t="t" l="l"/>
              <a:pathLst>
                <a:path h="3212575" w="7247895">
                  <a:moveTo>
                    <a:pt x="0" y="0"/>
                  </a:moveTo>
                  <a:lnTo>
                    <a:pt x="7247895" y="0"/>
                  </a:lnTo>
                  <a:lnTo>
                    <a:pt x="7247895" y="3212575"/>
                  </a:lnTo>
                  <a:lnTo>
                    <a:pt x="0" y="3212575"/>
                  </a:lnTo>
                  <a:close/>
                </a:path>
              </a:pathLst>
            </a:custGeom>
            <a:blipFill>
              <a:blip r:embed="rId2"/>
              <a:stretch>
                <a:fillRect l="0" t="-25156" r="0" b="-25156"/>
              </a:stretch>
            </a:blipFill>
          </p:spPr>
        </p:sp>
      </p:grpSp>
      <p:grpSp>
        <p:nvGrpSpPr>
          <p:cNvPr name="Group 4" id="4"/>
          <p:cNvGrpSpPr/>
          <p:nvPr/>
        </p:nvGrpSpPr>
        <p:grpSpPr>
          <a:xfrm rot="0">
            <a:off x="8451123" y="1283209"/>
            <a:ext cx="1385755" cy="515596"/>
            <a:chOff x="0" y="0"/>
            <a:chExt cx="583986" cy="217283"/>
          </a:xfrm>
        </p:grpSpPr>
        <p:sp>
          <p:nvSpPr>
            <p:cNvPr name="Freeform 5" id="5"/>
            <p:cNvSpPr/>
            <p:nvPr/>
          </p:nvSpPr>
          <p:spPr>
            <a:xfrm flipH="false" flipV="false" rot="0">
              <a:off x="0" y="0"/>
              <a:ext cx="583986" cy="217283"/>
            </a:xfrm>
            <a:custGeom>
              <a:avLst/>
              <a:gdLst/>
              <a:ahLst/>
              <a:cxnLst/>
              <a:rect r="r" b="b" t="t" l="l"/>
              <a:pathLst>
                <a:path h="217283" w="583986">
                  <a:moveTo>
                    <a:pt x="291993" y="0"/>
                  </a:moveTo>
                  <a:cubicBezTo>
                    <a:pt x="130730" y="0"/>
                    <a:pt x="0" y="48640"/>
                    <a:pt x="0" y="108641"/>
                  </a:cubicBezTo>
                  <a:cubicBezTo>
                    <a:pt x="0" y="168642"/>
                    <a:pt x="130730" y="217283"/>
                    <a:pt x="291993" y="217283"/>
                  </a:cubicBezTo>
                  <a:cubicBezTo>
                    <a:pt x="453256" y="217283"/>
                    <a:pt x="583986" y="168642"/>
                    <a:pt x="583986" y="108641"/>
                  </a:cubicBezTo>
                  <a:cubicBezTo>
                    <a:pt x="583986" y="48640"/>
                    <a:pt x="453256" y="0"/>
                    <a:pt x="291993" y="0"/>
                  </a:cubicBezTo>
                  <a:close/>
                </a:path>
              </a:pathLst>
            </a:custGeom>
            <a:ln w="19050" cap="sq">
              <a:solidFill>
                <a:srgbClr val="000000"/>
              </a:solidFill>
              <a:prstDash val="solid"/>
              <a:miter/>
            </a:ln>
          </p:spPr>
        </p:sp>
        <p:sp>
          <p:nvSpPr>
            <p:cNvPr name="TextBox 6" id="6"/>
            <p:cNvSpPr txBox="true"/>
            <p:nvPr/>
          </p:nvSpPr>
          <p:spPr>
            <a:xfrm>
              <a:off x="54749" y="-27255"/>
              <a:ext cx="474489" cy="224167"/>
            </a:xfrm>
            <a:prstGeom prst="rect">
              <a:avLst/>
            </a:prstGeom>
          </p:spPr>
          <p:txBody>
            <a:bodyPr anchor="ctr" rtlCol="false" tIns="50800" lIns="50800" bIns="50800" rIns="50800"/>
            <a:lstStyle/>
            <a:p>
              <a:pPr algn="ctr">
                <a:lnSpc>
                  <a:spcPts val="2940"/>
                </a:lnSpc>
              </a:pPr>
            </a:p>
          </p:txBody>
        </p:sp>
      </p:grpSp>
      <p:grpSp>
        <p:nvGrpSpPr>
          <p:cNvPr name="Group 7" id="7"/>
          <p:cNvGrpSpPr/>
          <p:nvPr/>
        </p:nvGrpSpPr>
        <p:grpSpPr>
          <a:xfrm rot="0">
            <a:off x="8455579" y="1286504"/>
            <a:ext cx="1376843" cy="509007"/>
            <a:chOff x="0" y="0"/>
            <a:chExt cx="587742" cy="217283"/>
          </a:xfrm>
        </p:grpSpPr>
        <p:sp>
          <p:nvSpPr>
            <p:cNvPr name="Freeform 8" id="8"/>
            <p:cNvSpPr/>
            <p:nvPr/>
          </p:nvSpPr>
          <p:spPr>
            <a:xfrm flipH="false" flipV="false" rot="0">
              <a:off x="0" y="0"/>
              <a:ext cx="587742" cy="217283"/>
            </a:xfrm>
            <a:custGeom>
              <a:avLst/>
              <a:gdLst/>
              <a:ahLst/>
              <a:cxnLst/>
              <a:rect r="r" b="b" t="t" l="l"/>
              <a:pathLst>
                <a:path h="217283" w="587742">
                  <a:moveTo>
                    <a:pt x="293871" y="0"/>
                  </a:moveTo>
                  <a:cubicBezTo>
                    <a:pt x="131570" y="0"/>
                    <a:pt x="0" y="48640"/>
                    <a:pt x="0" y="108641"/>
                  </a:cubicBezTo>
                  <a:cubicBezTo>
                    <a:pt x="0" y="168642"/>
                    <a:pt x="131570" y="217283"/>
                    <a:pt x="293871" y="217283"/>
                  </a:cubicBezTo>
                  <a:cubicBezTo>
                    <a:pt x="456171" y="217283"/>
                    <a:pt x="587742" y="168642"/>
                    <a:pt x="587742" y="108641"/>
                  </a:cubicBezTo>
                  <a:cubicBezTo>
                    <a:pt x="587742" y="48640"/>
                    <a:pt x="456171" y="0"/>
                    <a:pt x="293871" y="0"/>
                  </a:cubicBezTo>
                  <a:close/>
                </a:path>
              </a:pathLst>
            </a:custGeom>
            <a:ln w="19050" cap="sq">
              <a:solidFill>
                <a:srgbClr val="EBC118"/>
              </a:solidFill>
              <a:prstDash val="solid"/>
              <a:miter/>
            </a:ln>
          </p:spPr>
        </p:sp>
        <p:sp>
          <p:nvSpPr>
            <p:cNvPr name="TextBox 9" id="9"/>
            <p:cNvSpPr txBox="true"/>
            <p:nvPr/>
          </p:nvSpPr>
          <p:spPr>
            <a:xfrm>
              <a:off x="55101" y="-27255"/>
              <a:ext cx="477540" cy="224167"/>
            </a:xfrm>
            <a:prstGeom prst="rect">
              <a:avLst/>
            </a:prstGeom>
          </p:spPr>
          <p:txBody>
            <a:bodyPr anchor="ctr" rtlCol="false" tIns="50800" lIns="50800" bIns="50800" rIns="50800"/>
            <a:lstStyle/>
            <a:p>
              <a:pPr algn="ctr">
                <a:lnSpc>
                  <a:spcPts val="2940"/>
                </a:lnSpc>
              </a:pPr>
            </a:p>
          </p:txBody>
        </p:sp>
      </p:grpSp>
      <p:sp>
        <p:nvSpPr>
          <p:cNvPr name="TextBox 10" id="10"/>
          <p:cNvSpPr txBox="true"/>
          <p:nvPr/>
        </p:nvSpPr>
        <p:spPr>
          <a:xfrm rot="0">
            <a:off x="1028700" y="1334315"/>
            <a:ext cx="3684592" cy="365760"/>
          </a:xfrm>
          <a:prstGeom prst="rect">
            <a:avLst/>
          </a:prstGeom>
        </p:spPr>
        <p:txBody>
          <a:bodyPr anchor="t" rtlCol="false" tIns="0" lIns="0" bIns="0" rIns="0">
            <a:spAutoFit/>
          </a:bodyPr>
          <a:lstStyle/>
          <a:p>
            <a:pPr algn="l">
              <a:lnSpc>
                <a:spcPts val="2940"/>
              </a:lnSpc>
            </a:pPr>
            <a:r>
              <a:rPr lang="en-US" sz="2100" spc="-44">
                <a:solidFill>
                  <a:srgbClr val="EBC118"/>
                </a:solidFill>
                <a:latin typeface="Noto Serif Bengali SemiCondensed"/>
                <a:ea typeface="Noto Serif Bengali SemiCondensed"/>
                <a:cs typeface="Noto Serif Bengali SemiCondensed"/>
                <a:sym typeface="Noto Serif Bengali SemiCondensed"/>
              </a:rPr>
              <a:t>studio shodwe</a:t>
            </a:r>
          </a:p>
        </p:txBody>
      </p:sp>
      <p:sp>
        <p:nvSpPr>
          <p:cNvPr name="TextBox 11" id="11"/>
          <p:cNvSpPr txBox="true"/>
          <p:nvPr/>
        </p:nvSpPr>
        <p:spPr>
          <a:xfrm rot="0">
            <a:off x="13574708" y="1334315"/>
            <a:ext cx="3684592" cy="365760"/>
          </a:xfrm>
          <a:prstGeom prst="rect">
            <a:avLst/>
          </a:prstGeom>
        </p:spPr>
        <p:txBody>
          <a:bodyPr anchor="t" rtlCol="false" tIns="0" lIns="0" bIns="0" rIns="0">
            <a:spAutoFit/>
          </a:bodyPr>
          <a:lstStyle/>
          <a:p>
            <a:pPr algn="r">
              <a:lnSpc>
                <a:spcPts val="2940"/>
              </a:lnSpc>
            </a:pPr>
            <a:r>
              <a:rPr lang="en-US" sz="2100" spc="-44">
                <a:solidFill>
                  <a:srgbClr val="EBC118"/>
                </a:solidFill>
                <a:latin typeface="Noto Serif Bengali SemiCondensed"/>
                <a:ea typeface="Noto Serif Bengali SemiCondensed"/>
                <a:cs typeface="Noto Serif Bengali SemiCondensed"/>
                <a:sym typeface="Noto Serif Bengali SemiCondensed"/>
              </a:rPr>
              <a:t>presentation</a:t>
            </a:r>
          </a:p>
        </p:txBody>
      </p:sp>
      <p:sp>
        <p:nvSpPr>
          <p:cNvPr name="TextBox 12" id="12"/>
          <p:cNvSpPr txBox="true"/>
          <p:nvPr/>
        </p:nvSpPr>
        <p:spPr>
          <a:xfrm rot="0">
            <a:off x="13574708" y="8442098"/>
            <a:ext cx="3684592" cy="365760"/>
          </a:xfrm>
          <a:prstGeom prst="rect">
            <a:avLst/>
          </a:prstGeom>
        </p:spPr>
        <p:txBody>
          <a:bodyPr anchor="t" rtlCol="false" tIns="0" lIns="0" bIns="0" rIns="0">
            <a:spAutoFit/>
          </a:bodyPr>
          <a:lstStyle/>
          <a:p>
            <a:pPr algn="r">
              <a:lnSpc>
                <a:spcPts val="2940"/>
              </a:lnSpc>
            </a:pPr>
            <a:r>
              <a:rPr lang="en-US" sz="2100" spc="-44">
                <a:solidFill>
                  <a:srgbClr val="EBC118"/>
                </a:solidFill>
                <a:latin typeface="Noto Serif Bengali SemiCondensed"/>
                <a:ea typeface="Noto Serif Bengali SemiCondensed"/>
                <a:cs typeface="Noto Serif Bengali SemiCondensed"/>
                <a:sym typeface="Noto Serif Bengali SemiCondensed"/>
              </a:rPr>
              <a:t>template</a:t>
            </a:r>
          </a:p>
        </p:txBody>
      </p:sp>
      <p:sp>
        <p:nvSpPr>
          <p:cNvPr name="TextBox 13" id="13"/>
          <p:cNvSpPr txBox="true"/>
          <p:nvPr/>
        </p:nvSpPr>
        <p:spPr>
          <a:xfrm rot="0">
            <a:off x="1028700" y="8442098"/>
            <a:ext cx="3684592" cy="365760"/>
          </a:xfrm>
          <a:prstGeom prst="rect">
            <a:avLst/>
          </a:prstGeom>
        </p:spPr>
        <p:txBody>
          <a:bodyPr anchor="t" rtlCol="false" tIns="0" lIns="0" bIns="0" rIns="0">
            <a:spAutoFit/>
          </a:bodyPr>
          <a:lstStyle/>
          <a:p>
            <a:pPr algn="l">
              <a:lnSpc>
                <a:spcPts val="2940"/>
              </a:lnSpc>
            </a:pPr>
            <a:r>
              <a:rPr lang="en-US" sz="2100" spc="-44">
                <a:solidFill>
                  <a:srgbClr val="EBC118"/>
                </a:solidFill>
                <a:latin typeface="Noto Serif Bengali SemiCondensed"/>
                <a:ea typeface="Noto Serif Bengali SemiCondensed"/>
                <a:cs typeface="Noto Serif Bengali SemiCondensed"/>
                <a:sym typeface="Noto Serif Bengali SemiCondensed"/>
              </a:rPr>
              <a:t>juliana silva</a:t>
            </a:r>
          </a:p>
        </p:txBody>
      </p:sp>
      <p:sp>
        <p:nvSpPr>
          <p:cNvPr name="TextBox 14" id="14"/>
          <p:cNvSpPr txBox="true"/>
          <p:nvPr/>
        </p:nvSpPr>
        <p:spPr>
          <a:xfrm rot="0">
            <a:off x="6496867" y="8462481"/>
            <a:ext cx="5294267" cy="391668"/>
          </a:xfrm>
          <a:prstGeom prst="rect">
            <a:avLst/>
          </a:prstGeom>
        </p:spPr>
        <p:txBody>
          <a:bodyPr anchor="t" rtlCol="false" tIns="0" lIns="0" bIns="0" rIns="0">
            <a:spAutoFit/>
          </a:bodyPr>
          <a:lstStyle/>
          <a:p>
            <a:pPr algn="ctr">
              <a:lnSpc>
                <a:spcPts val="1596"/>
              </a:lnSpc>
            </a:pPr>
            <a:r>
              <a:rPr lang="en-US" sz="1400" spc="-29">
                <a:solidFill>
                  <a:srgbClr val="EBC118"/>
                </a:solidFill>
                <a:latin typeface="Noto Serif Bengali SemiCondensed Light"/>
                <a:ea typeface="Noto Serif Bengali SemiCondensed Light"/>
                <a:cs typeface="Noto Serif Bengali SemiCondensed Light"/>
                <a:sym typeface="Noto Serif Bengali SemiCondensed Light"/>
              </a:rPr>
              <a:t>Lorem ipsum dolor sit amet, consectetur adipiscing elit, sed do eiusmod tempor incididunt ut labore et dolore magna aliqua.</a:t>
            </a:r>
          </a:p>
        </p:txBody>
      </p:sp>
      <p:sp>
        <p:nvSpPr>
          <p:cNvPr name="TextBox 15" id="15"/>
          <p:cNvSpPr txBox="true"/>
          <p:nvPr/>
        </p:nvSpPr>
        <p:spPr>
          <a:xfrm rot="0">
            <a:off x="8631976" y="1334315"/>
            <a:ext cx="1024049" cy="365760"/>
          </a:xfrm>
          <a:prstGeom prst="rect">
            <a:avLst/>
          </a:prstGeom>
        </p:spPr>
        <p:txBody>
          <a:bodyPr anchor="t" rtlCol="false" tIns="0" lIns="0" bIns="0" rIns="0">
            <a:spAutoFit/>
          </a:bodyPr>
          <a:lstStyle/>
          <a:p>
            <a:pPr algn="ctr">
              <a:lnSpc>
                <a:spcPts val="2940"/>
              </a:lnSpc>
            </a:pPr>
            <a:r>
              <a:rPr lang="en-US" sz="2100" spc="-44">
                <a:solidFill>
                  <a:srgbClr val="EBC118"/>
                </a:solidFill>
                <a:latin typeface="Noto Serif Bengali SemiCondensed"/>
                <a:ea typeface="Noto Serif Bengali SemiCondensed"/>
                <a:cs typeface="Noto Serif Bengali SemiCondensed"/>
                <a:sym typeface="Noto Serif Bengali SemiCondensed"/>
              </a:rPr>
              <a:t>1998</a:t>
            </a:r>
          </a:p>
        </p:txBody>
      </p:sp>
      <p:sp>
        <p:nvSpPr>
          <p:cNvPr name="TextBox 16" id="16"/>
          <p:cNvSpPr txBox="true"/>
          <p:nvPr/>
        </p:nvSpPr>
        <p:spPr>
          <a:xfrm rot="0">
            <a:off x="4535643" y="3159397"/>
            <a:ext cx="9530444" cy="3843141"/>
          </a:xfrm>
          <a:prstGeom prst="rect">
            <a:avLst/>
          </a:prstGeom>
        </p:spPr>
        <p:txBody>
          <a:bodyPr anchor="t" rtlCol="false" tIns="0" lIns="0" bIns="0" rIns="0">
            <a:spAutoFit/>
          </a:bodyPr>
          <a:lstStyle/>
          <a:p>
            <a:pPr algn="r">
              <a:lnSpc>
                <a:spcPts val="31429"/>
              </a:lnSpc>
            </a:pPr>
            <a:r>
              <a:rPr lang="en-US" sz="22449" spc="-471">
                <a:solidFill>
                  <a:srgbClr val="EBC118"/>
                </a:solidFill>
                <a:latin typeface="Noto Serif Bengali SemiCondensed"/>
                <a:ea typeface="Noto Serif Bengali SemiCondensed"/>
                <a:cs typeface="Noto Serif Bengali SemiCondensed"/>
                <a:sym typeface="Noto Serif Bengali SemiCondensed"/>
              </a:rPr>
              <a:t>hanks</a:t>
            </a:r>
          </a:p>
        </p:txBody>
      </p:sp>
      <p:sp>
        <p:nvSpPr>
          <p:cNvPr name="TextBox 17" id="17"/>
          <p:cNvSpPr txBox="true"/>
          <p:nvPr/>
        </p:nvSpPr>
        <p:spPr>
          <a:xfrm rot="0">
            <a:off x="3322862" y="1814853"/>
            <a:ext cx="7699499" cy="5997492"/>
          </a:xfrm>
          <a:prstGeom prst="rect">
            <a:avLst/>
          </a:prstGeom>
        </p:spPr>
        <p:txBody>
          <a:bodyPr anchor="t" rtlCol="false" tIns="0" lIns="0" bIns="0" rIns="0">
            <a:spAutoFit/>
          </a:bodyPr>
          <a:lstStyle/>
          <a:p>
            <a:pPr algn="l">
              <a:lnSpc>
                <a:spcPts val="49004"/>
              </a:lnSpc>
            </a:pPr>
            <a:r>
              <a:rPr lang="en-US" sz="35003" spc="-735">
                <a:solidFill>
                  <a:srgbClr val="EBC118"/>
                </a:solidFill>
                <a:latin typeface="Sloop Script Pro"/>
                <a:ea typeface="Sloop Script Pro"/>
                <a:cs typeface="Sloop Script Pro"/>
                <a:sym typeface="Sloop Script Pro"/>
              </a:rPr>
              <a:t>T</a:t>
            </a:r>
          </a:p>
        </p:txBody>
      </p:sp>
      <p:sp>
        <p:nvSpPr>
          <p:cNvPr name="AutoShape 18" id="18"/>
          <p:cNvSpPr/>
          <p:nvPr/>
        </p:nvSpPr>
        <p:spPr>
          <a:xfrm>
            <a:off x="4786319" y="6591226"/>
            <a:ext cx="8517598" cy="0"/>
          </a:xfrm>
          <a:prstGeom prst="line">
            <a:avLst/>
          </a:prstGeom>
          <a:ln cap="flat" w="19050">
            <a:solidFill>
              <a:srgbClr val="EBC118"/>
            </a:solidFill>
            <a:prstDash val="solid"/>
            <a:headEnd type="none" len="sm" w="sm"/>
            <a:tailEnd type="none" len="sm" w="sm"/>
          </a:ln>
        </p:spPr>
      </p:sp>
      <p:sp>
        <p:nvSpPr>
          <p:cNvPr name="TextBox 19" id="19"/>
          <p:cNvSpPr txBox="true"/>
          <p:nvPr/>
        </p:nvSpPr>
        <p:spPr>
          <a:xfrm rot="0">
            <a:off x="7258955" y="6746221"/>
            <a:ext cx="3684592" cy="465007"/>
          </a:xfrm>
          <a:prstGeom prst="rect">
            <a:avLst/>
          </a:prstGeom>
        </p:spPr>
        <p:txBody>
          <a:bodyPr anchor="t" rtlCol="false" tIns="0" lIns="0" bIns="0" rIns="0">
            <a:spAutoFit/>
          </a:bodyPr>
          <a:lstStyle/>
          <a:p>
            <a:pPr algn="ctr">
              <a:lnSpc>
                <a:spcPts val="3857"/>
              </a:lnSpc>
            </a:pPr>
            <a:r>
              <a:rPr lang="en-US" sz="2755" spc="-57">
                <a:solidFill>
                  <a:srgbClr val="EBC118"/>
                </a:solidFill>
                <a:latin typeface="Noto Serif Bengali SemiCondensed"/>
                <a:ea typeface="Noto Serif Bengali SemiCondensed"/>
                <a:cs typeface="Noto Serif Bengali SemiCondensed"/>
                <a:sym typeface="Noto Serif Bengali SemiCondensed"/>
              </a:rPr>
              <a:t>studio shodwe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DAHTRCZAqOc</dc:identifier>
  <dcterms:modified xsi:type="dcterms:W3CDTF">2011-08-01T06:04:30Z</dcterms:modified>
  <cp:revision>1</cp:revision>
  <dc:title>Green and Yellow Typographic Aesthetic Nature Presentation</dc:title>
</cp:coreProperties>
</file>