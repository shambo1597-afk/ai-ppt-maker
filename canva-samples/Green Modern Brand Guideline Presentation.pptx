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Liberation Sans" charset="1" panose="020B0604020202020204"/>
      <p:regular r:id="rId16"/>
    </p:embeddedFont>
    <p:embeddedFont>
      <p:font typeface="Open Sauce Heavy" charset="1" panose="00000A00000000000000"/>
      <p:regular r:id="rId17"/>
    </p:embeddedFont>
    <p:embeddedFont>
      <p:font typeface="Liberation Sans Bold" charset="1" panose="020B0704020202020204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Relationship Id="rId6" Target="../media/image6.png" Type="http://schemas.openxmlformats.org/officeDocument/2006/relationships/image"/><Relationship Id="rId7" Target="../media/image7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jpeg" Type="http://schemas.openxmlformats.org/officeDocument/2006/relationships/image"/><Relationship Id="rId3" Target="../media/image11.jpeg" Type="http://schemas.openxmlformats.org/officeDocument/2006/relationships/image"/><Relationship Id="rId4" Target="../media/image12.jpeg" Type="http://schemas.openxmlformats.org/officeDocument/2006/relationships/image"/><Relationship Id="rId5" Target="../media/image13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1B484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4938756" y="8527166"/>
            <a:ext cx="2377694" cy="9588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6999"/>
              </a:lnSpc>
            </a:pPr>
            <a:r>
              <a:rPr lang="en-US" sz="6999">
                <a:solidFill>
                  <a:srgbClr val="FFFFFF"/>
                </a:solidFill>
                <a:latin typeface="Liberation Sans"/>
                <a:ea typeface="Liberation Sans"/>
                <a:cs typeface="Liberation Sans"/>
                <a:sym typeface="Liberation Sans"/>
              </a:rPr>
              <a:t>2025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866775" y="4535097"/>
            <a:ext cx="14230121" cy="64288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4729"/>
              </a:lnSpc>
            </a:pPr>
            <a:r>
              <a:rPr lang="en-US" b="true" sz="24729" spc="-2052">
                <a:solidFill>
                  <a:srgbClr val="F6F4DF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BRAND GUIDLINE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00125" y="981075"/>
            <a:ext cx="3178577" cy="3875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9"/>
              </a:lnSpc>
            </a:pPr>
            <a:r>
              <a:rPr lang="en-US" sz="2700">
                <a:solidFill>
                  <a:srgbClr val="FFFFFF"/>
                </a:solidFill>
                <a:latin typeface="Liberation Sans"/>
                <a:ea typeface="Liberation Sans"/>
                <a:cs typeface="Liberation Sans"/>
                <a:sym typeface="Liberation Sans"/>
              </a:rPr>
              <a:t>I</a:t>
            </a:r>
            <a:r>
              <a:rPr lang="en-US" sz="2700">
                <a:solidFill>
                  <a:srgbClr val="FFFFFF"/>
                </a:solidFill>
                <a:latin typeface="Liberation Sans"/>
                <a:ea typeface="Liberation Sans"/>
                <a:cs typeface="Liberation Sans"/>
                <a:sym typeface="Liberation Sans"/>
              </a:rPr>
              <a:t>ngoude Company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821859" y="1028700"/>
            <a:ext cx="4914314" cy="25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19"/>
              </a:lnSpc>
            </a:pPr>
            <a:r>
              <a:rPr lang="en-US" sz="1700" b="true">
                <a:solidFill>
                  <a:srgbClr val="FFFFFF"/>
                </a:solidFill>
                <a:latin typeface="Liberation Sans Bold"/>
                <a:ea typeface="Liberation Sans Bold"/>
                <a:cs typeface="Liberation Sans Bold"/>
                <a:sym typeface="Liberation Sans Bold"/>
              </a:rPr>
              <a:t>Presentation / Brand Guidline / 2025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2232" r="-10805" b="-19009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1028700"/>
            <a:ext cx="16230600" cy="8229600"/>
            <a:chOff x="0" y="0"/>
            <a:chExt cx="4274726" cy="216746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274726" cy="2167467"/>
            </a:xfrm>
            <a:custGeom>
              <a:avLst/>
              <a:gdLst/>
              <a:ahLst/>
              <a:cxnLst/>
              <a:rect r="r" b="b" t="t" l="l"/>
              <a:pathLst>
                <a:path h="2167467" w="4274726">
                  <a:moveTo>
                    <a:pt x="0" y="0"/>
                  </a:moveTo>
                  <a:lnTo>
                    <a:pt x="4274726" y="0"/>
                  </a:lnTo>
                  <a:lnTo>
                    <a:pt x="4274726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1B4848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4274726" cy="22150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5441902" y="1910541"/>
            <a:ext cx="833163" cy="833163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48902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2012935" y="2062941"/>
            <a:ext cx="4483818" cy="22785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8700"/>
              </a:lnSpc>
            </a:pPr>
            <a:r>
              <a:rPr lang="en-US" b="true" sz="8700" spc="-1305">
                <a:solidFill>
                  <a:srgbClr val="F6F4DF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ABOUT</a:t>
            </a:r>
          </a:p>
          <a:p>
            <a:pPr algn="just">
              <a:lnSpc>
                <a:spcPts val="8700"/>
              </a:lnSpc>
            </a:pPr>
            <a:r>
              <a:rPr lang="en-US" b="true" sz="8700" spc="-1305">
                <a:solidFill>
                  <a:srgbClr val="F6F4DF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INGOUDE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5645722" y="2090590"/>
            <a:ext cx="425522" cy="5397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98"/>
              </a:lnSpc>
            </a:pPr>
            <a:r>
              <a:rPr lang="en-US" b="true" sz="3998">
                <a:solidFill>
                  <a:srgbClr val="042B43"/>
                </a:solidFill>
                <a:latin typeface="Liberation Sans Bold"/>
                <a:ea typeface="Liberation Sans Bold"/>
                <a:cs typeface="Liberation Sans Bold"/>
                <a:sym typeface="Liberation Sans Bold"/>
              </a:rPr>
              <a:t>1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012935" y="6917618"/>
            <a:ext cx="4197207" cy="4890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b="true" sz="3500">
                <a:solidFill>
                  <a:srgbClr val="F6F4DF"/>
                </a:solidFill>
                <a:latin typeface="Liberation Sans Bold"/>
                <a:ea typeface="Liberation Sans Bold"/>
                <a:cs typeface="Liberation Sans Bold"/>
                <a:sym typeface="Liberation Sans Bold"/>
              </a:rPr>
              <a:t>INDUSTRY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012935" y="7485949"/>
            <a:ext cx="4197207" cy="3492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6F4DF"/>
                </a:solidFill>
                <a:latin typeface="Liberation Sans"/>
                <a:ea typeface="Liberation Sans"/>
                <a:cs typeface="Liberation Sans"/>
                <a:sym typeface="Liberation Sans"/>
              </a:rPr>
              <a:t>Sustainable Consumer Products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764806" y="6489088"/>
            <a:ext cx="4197207" cy="4890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b="true" sz="3500">
                <a:solidFill>
                  <a:srgbClr val="F6F4DF"/>
                </a:solidFill>
                <a:latin typeface="Liberation Sans Bold"/>
                <a:ea typeface="Liberation Sans Bold"/>
                <a:cs typeface="Liberation Sans Bold"/>
                <a:sym typeface="Liberation Sans Bold"/>
              </a:rPr>
              <a:t>FOUNDED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5764806" y="7057419"/>
            <a:ext cx="4197207" cy="3492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6F4DF"/>
                </a:solidFill>
                <a:latin typeface="Liberation Sans"/>
                <a:ea typeface="Liberation Sans"/>
                <a:cs typeface="Liberation Sans"/>
                <a:sym typeface="Liberation Sans"/>
              </a:rPr>
              <a:t>2016, 123 Anywhere St., Any City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707816" y="7571674"/>
            <a:ext cx="4197207" cy="4890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b="true" sz="3500">
                <a:solidFill>
                  <a:srgbClr val="F6F4DF"/>
                </a:solidFill>
                <a:latin typeface="Liberation Sans Bold"/>
                <a:ea typeface="Liberation Sans Bold"/>
                <a:cs typeface="Liberation Sans Bold"/>
                <a:sym typeface="Liberation Sans Bold"/>
              </a:rPr>
              <a:t>MISSION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707816" y="8140005"/>
            <a:ext cx="6567249" cy="3492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6F4DF"/>
                </a:solidFill>
                <a:latin typeface="Liberation Sans"/>
                <a:ea typeface="Liberation Sans"/>
                <a:cs typeface="Liberation Sans"/>
                <a:sym typeface="Liberation Sans"/>
              </a:rPr>
              <a:t>“Empower everyday choices through sustainable design.”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B484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012935" y="2062941"/>
            <a:ext cx="4483818" cy="11735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8700"/>
              </a:lnSpc>
            </a:pPr>
            <a:r>
              <a:rPr lang="en-US" b="true" sz="8700" spc="-1305">
                <a:solidFill>
                  <a:srgbClr val="F6F4DF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LOGO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5441902" y="1910541"/>
            <a:ext cx="833163" cy="833163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48902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5645722" y="2090590"/>
            <a:ext cx="425522" cy="5397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98"/>
              </a:lnSpc>
            </a:pPr>
            <a:r>
              <a:rPr lang="en-US" b="true" sz="3998">
                <a:solidFill>
                  <a:srgbClr val="042B43"/>
                </a:solidFill>
                <a:latin typeface="Liberation Sans Bold"/>
                <a:ea typeface="Liberation Sans Bold"/>
                <a:cs typeface="Liberation Sans Bold"/>
                <a:sym typeface="Liberation Sans Bold"/>
              </a:rPr>
              <a:t>2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090527" y="8000205"/>
            <a:ext cx="2227336" cy="4890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500"/>
              </a:lnSpc>
            </a:pPr>
            <a:r>
              <a:rPr lang="en-US" b="true" sz="3500">
                <a:solidFill>
                  <a:srgbClr val="F6F4DF"/>
                </a:solidFill>
                <a:latin typeface="Liberation Sans Bold"/>
                <a:ea typeface="Liberation Sans Bold"/>
                <a:cs typeface="Liberation Sans Bold"/>
                <a:sym typeface="Liberation Sans Bold"/>
              </a:rPr>
              <a:t>INGOUDE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4317862" y="8027242"/>
            <a:ext cx="1957202" cy="3492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6F4DF"/>
                </a:solidFill>
                <a:latin typeface="Liberation Sans"/>
                <a:ea typeface="Liberation Sans"/>
                <a:cs typeface="Liberation Sans"/>
                <a:sym typeface="Liberation Sans"/>
              </a:rPr>
              <a:t>( Logo Usage )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2012935" y="5143500"/>
            <a:ext cx="1459951" cy="3345722"/>
          </a:xfrm>
          <a:custGeom>
            <a:avLst/>
            <a:gdLst/>
            <a:ahLst/>
            <a:cxnLst/>
            <a:rect r="r" b="b" t="t" l="l"/>
            <a:pathLst>
              <a:path h="3345722" w="1459951">
                <a:moveTo>
                  <a:pt x="0" y="0"/>
                </a:moveTo>
                <a:lnTo>
                  <a:pt x="1459951" y="0"/>
                </a:lnTo>
                <a:lnTo>
                  <a:pt x="1459951" y="3345722"/>
                </a:lnTo>
                <a:lnTo>
                  <a:pt x="0" y="334572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3759579" y="5143500"/>
            <a:ext cx="1459951" cy="3345722"/>
          </a:xfrm>
          <a:custGeom>
            <a:avLst/>
            <a:gdLst/>
            <a:ahLst/>
            <a:cxnLst/>
            <a:rect r="r" b="b" t="t" l="l"/>
            <a:pathLst>
              <a:path h="3345722" w="1459951">
                <a:moveTo>
                  <a:pt x="0" y="0"/>
                </a:moveTo>
                <a:lnTo>
                  <a:pt x="1459952" y="0"/>
                </a:lnTo>
                <a:lnTo>
                  <a:pt x="1459952" y="3345722"/>
                </a:lnTo>
                <a:lnTo>
                  <a:pt x="0" y="334572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5506224" y="5143500"/>
            <a:ext cx="1459951" cy="3345722"/>
          </a:xfrm>
          <a:custGeom>
            <a:avLst/>
            <a:gdLst/>
            <a:ahLst/>
            <a:cxnLst/>
            <a:rect r="r" b="b" t="t" l="l"/>
            <a:pathLst>
              <a:path h="3345722" w="1459951">
                <a:moveTo>
                  <a:pt x="0" y="0"/>
                </a:moveTo>
                <a:lnTo>
                  <a:pt x="1459951" y="0"/>
                </a:lnTo>
                <a:lnTo>
                  <a:pt x="1459951" y="3345722"/>
                </a:lnTo>
                <a:lnTo>
                  <a:pt x="0" y="334572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F6F4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012935" y="2062941"/>
            <a:ext cx="6393340" cy="22785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8700"/>
              </a:lnSpc>
            </a:pPr>
            <a:r>
              <a:rPr lang="en-US" b="true" sz="8700" spc="-1305">
                <a:solidFill>
                  <a:srgbClr val="042B43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BRANDING</a:t>
            </a:r>
          </a:p>
          <a:p>
            <a:pPr algn="just">
              <a:lnSpc>
                <a:spcPts val="8700"/>
              </a:lnSpc>
            </a:pPr>
            <a:r>
              <a:rPr lang="en-US" b="true" sz="8700" spc="-1305">
                <a:solidFill>
                  <a:srgbClr val="042B43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COLORS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5441902" y="1910541"/>
            <a:ext cx="833163" cy="833163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48902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5645722" y="2090590"/>
            <a:ext cx="425522" cy="5397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98"/>
              </a:lnSpc>
            </a:pPr>
            <a:r>
              <a:rPr lang="en-US" b="true" sz="3998">
                <a:solidFill>
                  <a:srgbClr val="042B43"/>
                </a:solidFill>
                <a:latin typeface="Liberation Sans Bold"/>
                <a:ea typeface="Liberation Sans Bold"/>
                <a:cs typeface="Liberation Sans Bold"/>
                <a:sym typeface="Liberation Sans Bold"/>
              </a:rPr>
              <a:t>3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3097730" y="7560109"/>
            <a:ext cx="1725215" cy="219584"/>
            <a:chOff x="0" y="0"/>
            <a:chExt cx="454378" cy="5783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54378" cy="57833"/>
            </a:xfrm>
            <a:custGeom>
              <a:avLst/>
              <a:gdLst/>
              <a:ahLst/>
              <a:cxnLst/>
              <a:rect r="r" b="b" t="t" l="l"/>
              <a:pathLst>
                <a:path h="57833" w="454378">
                  <a:moveTo>
                    <a:pt x="0" y="0"/>
                  </a:moveTo>
                  <a:lnTo>
                    <a:pt x="454378" y="0"/>
                  </a:lnTo>
                  <a:lnTo>
                    <a:pt x="454378" y="57833"/>
                  </a:lnTo>
                  <a:lnTo>
                    <a:pt x="0" y="57833"/>
                  </a:lnTo>
                  <a:close/>
                </a:path>
              </a:pathLst>
            </a:custGeom>
            <a:solidFill>
              <a:srgbClr val="141414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454378" cy="1054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3097730" y="8000205"/>
            <a:ext cx="3122765" cy="4890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b="true" sz="3500">
                <a:solidFill>
                  <a:srgbClr val="042B43"/>
                </a:solidFill>
                <a:latin typeface="Liberation Sans Bold"/>
                <a:ea typeface="Liberation Sans Bold"/>
                <a:cs typeface="Liberation Sans Bold"/>
                <a:sym typeface="Liberation Sans Bold"/>
              </a:rPr>
              <a:t>#141414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4983680" y="8044755"/>
            <a:ext cx="1941687" cy="3492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42B43"/>
                </a:solidFill>
                <a:latin typeface="Liberation Sans"/>
                <a:ea typeface="Liberation Sans"/>
                <a:cs typeface="Liberation Sans"/>
                <a:sym typeface="Liberation Sans"/>
              </a:rPr>
              <a:t>Na</a:t>
            </a:r>
            <a:r>
              <a:rPr lang="en-US" sz="2000">
                <a:solidFill>
                  <a:srgbClr val="042B43"/>
                </a:solidFill>
                <a:latin typeface="Liberation Sans"/>
                <a:ea typeface="Liberation Sans"/>
                <a:cs typeface="Liberation Sans"/>
                <a:sym typeface="Liberation Sans"/>
              </a:rPr>
              <a:t>no Black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423189" y="8000205"/>
            <a:ext cx="3119684" cy="4890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b="true" sz="3500">
                <a:solidFill>
                  <a:srgbClr val="042B43"/>
                </a:solidFill>
                <a:latin typeface="Liberation Sans Bold"/>
                <a:ea typeface="Liberation Sans Bold"/>
                <a:cs typeface="Liberation Sans Bold"/>
                <a:sym typeface="Liberation Sans Bold"/>
              </a:rPr>
              <a:t>#FAFAFA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588644" y="8044755"/>
            <a:ext cx="1697847" cy="3492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42B43"/>
                </a:solidFill>
                <a:latin typeface="Liberation Sans"/>
                <a:ea typeface="Liberation Sans"/>
                <a:cs typeface="Liberation Sans"/>
                <a:sym typeface="Liberation Sans"/>
              </a:rPr>
              <a:t>Cloud White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012935" y="8000205"/>
            <a:ext cx="3027516" cy="4890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b="true" sz="3500">
                <a:solidFill>
                  <a:srgbClr val="042B43"/>
                </a:solidFill>
                <a:latin typeface="Liberation Sans Bold"/>
                <a:ea typeface="Liberation Sans Bold"/>
                <a:cs typeface="Liberation Sans Bold"/>
                <a:sym typeface="Liberation Sans Bold"/>
              </a:rPr>
              <a:t>#F0C52B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4036045" y="8044755"/>
            <a:ext cx="1609078" cy="3492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42B43"/>
                </a:solidFill>
                <a:latin typeface="Liberation Sans"/>
                <a:ea typeface="Liberation Sans"/>
                <a:cs typeface="Liberation Sans"/>
                <a:sym typeface="Liberation Sans"/>
              </a:rPr>
              <a:t>Yellow Earth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7423189" y="7560109"/>
            <a:ext cx="2014775" cy="219584"/>
            <a:chOff x="0" y="0"/>
            <a:chExt cx="530640" cy="57833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30640" cy="57833"/>
            </a:xfrm>
            <a:custGeom>
              <a:avLst/>
              <a:gdLst/>
              <a:ahLst/>
              <a:cxnLst/>
              <a:rect r="r" b="b" t="t" l="l"/>
              <a:pathLst>
                <a:path h="57833" w="530640">
                  <a:moveTo>
                    <a:pt x="0" y="0"/>
                  </a:moveTo>
                  <a:lnTo>
                    <a:pt x="530640" y="0"/>
                  </a:lnTo>
                  <a:lnTo>
                    <a:pt x="530640" y="57833"/>
                  </a:lnTo>
                  <a:lnTo>
                    <a:pt x="0" y="57833"/>
                  </a:lnTo>
                  <a:close/>
                </a:path>
              </a:pathLst>
            </a:custGeom>
            <a:solidFill>
              <a:srgbClr val="FAFAFA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47625"/>
              <a:ext cx="530640" cy="1054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2012935" y="7560109"/>
            <a:ext cx="1884080" cy="219584"/>
            <a:chOff x="0" y="0"/>
            <a:chExt cx="496219" cy="57833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496219" cy="57833"/>
            </a:xfrm>
            <a:custGeom>
              <a:avLst/>
              <a:gdLst/>
              <a:ahLst/>
              <a:cxnLst/>
              <a:rect r="r" b="b" t="t" l="l"/>
              <a:pathLst>
                <a:path h="57833" w="496219">
                  <a:moveTo>
                    <a:pt x="0" y="0"/>
                  </a:moveTo>
                  <a:lnTo>
                    <a:pt x="496219" y="0"/>
                  </a:lnTo>
                  <a:lnTo>
                    <a:pt x="496219" y="57833"/>
                  </a:lnTo>
                  <a:lnTo>
                    <a:pt x="0" y="57833"/>
                  </a:lnTo>
                  <a:close/>
                </a:path>
              </a:pathLst>
            </a:custGeom>
            <a:solidFill>
              <a:srgbClr val="F48902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47625"/>
              <a:ext cx="496219" cy="1054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18444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1028700"/>
            <a:ext cx="16230600" cy="8229600"/>
            <a:chOff x="0" y="0"/>
            <a:chExt cx="4274726" cy="216746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274726" cy="2167467"/>
            </a:xfrm>
            <a:custGeom>
              <a:avLst/>
              <a:gdLst/>
              <a:ahLst/>
              <a:cxnLst/>
              <a:rect r="r" b="b" t="t" l="l"/>
              <a:pathLst>
                <a:path h="2167467" w="4274726">
                  <a:moveTo>
                    <a:pt x="0" y="0"/>
                  </a:moveTo>
                  <a:lnTo>
                    <a:pt x="4274726" y="0"/>
                  </a:lnTo>
                  <a:lnTo>
                    <a:pt x="4274726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F6F4D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4274726" cy="22150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5441902" y="1910541"/>
            <a:ext cx="833163" cy="833163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48902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2012935" y="2062941"/>
            <a:ext cx="7414987" cy="11735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8700"/>
              </a:lnSpc>
            </a:pPr>
            <a:r>
              <a:rPr lang="en-US" b="true" sz="8700" spc="-1305">
                <a:solidFill>
                  <a:srgbClr val="042B43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TYPOGRAPHY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5645722" y="2090590"/>
            <a:ext cx="425522" cy="5397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98"/>
              </a:lnSpc>
            </a:pPr>
            <a:r>
              <a:rPr lang="en-US" b="true" sz="3998">
                <a:solidFill>
                  <a:srgbClr val="042B43"/>
                </a:solidFill>
                <a:latin typeface="Liberation Sans Bold"/>
                <a:ea typeface="Liberation Sans Bold"/>
                <a:cs typeface="Liberation Sans Bold"/>
                <a:sym typeface="Liberation Sans Bold"/>
              </a:rPr>
              <a:t>4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012935" y="6297930"/>
            <a:ext cx="2868175" cy="4890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b="true" sz="3500">
                <a:solidFill>
                  <a:srgbClr val="042B43"/>
                </a:solidFill>
                <a:latin typeface="Liberation Sans Bold"/>
                <a:ea typeface="Liberation Sans Bold"/>
                <a:cs typeface="Liberation Sans Bold"/>
                <a:sym typeface="Liberation Sans Bold"/>
              </a:rPr>
              <a:t>FONT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012935" y="7242842"/>
            <a:ext cx="7131065" cy="1284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571"/>
              </a:lnSpc>
              <a:spcBef>
                <a:spcPct val="0"/>
              </a:spcBef>
            </a:pPr>
            <a:r>
              <a:rPr lang="en-US" b="true" sz="7551">
                <a:solidFill>
                  <a:srgbClr val="042B43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Open Sauce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447023" y="6349683"/>
            <a:ext cx="3807940" cy="2997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0"/>
              </a:lnSpc>
              <a:spcBef>
                <a:spcPct val="0"/>
              </a:spcBef>
            </a:pPr>
            <a:r>
              <a:rPr lang="en-US" sz="1700">
                <a:solidFill>
                  <a:srgbClr val="042B43"/>
                </a:solidFill>
                <a:latin typeface="Liberation Sans"/>
                <a:ea typeface="Liberation Sans"/>
                <a:cs typeface="Liberation Sans"/>
                <a:sym typeface="Liberation Sans"/>
              </a:rPr>
              <a:t>( </a:t>
            </a:r>
            <a:r>
              <a:rPr lang="en-US" sz="1700">
                <a:solidFill>
                  <a:srgbClr val="042B43"/>
                </a:solidFill>
                <a:latin typeface="Liberation Sans"/>
                <a:ea typeface="Liberation Sans"/>
                <a:cs typeface="Liberation Sans"/>
                <a:sym typeface="Liberation Sans"/>
              </a:rPr>
              <a:t>Titles, Headlines )</a:t>
            </a:r>
          </a:p>
        </p:txBody>
      </p:sp>
      <p:sp>
        <p:nvSpPr>
          <p:cNvPr name="AutoShape 14" id="14"/>
          <p:cNvSpPr/>
          <p:nvPr/>
        </p:nvSpPr>
        <p:spPr>
          <a:xfrm>
            <a:off x="2012935" y="7106603"/>
            <a:ext cx="5927977" cy="0"/>
          </a:xfrm>
          <a:prstGeom prst="line">
            <a:avLst/>
          </a:prstGeom>
          <a:ln cap="flat" w="47625">
            <a:solidFill>
              <a:srgbClr val="F4890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5" id="15"/>
          <p:cNvSpPr txBox="true"/>
          <p:nvPr/>
        </p:nvSpPr>
        <p:spPr>
          <a:xfrm rot="0">
            <a:off x="9629806" y="7204742"/>
            <a:ext cx="7629494" cy="1322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571"/>
              </a:lnSpc>
              <a:spcBef>
                <a:spcPct val="0"/>
              </a:spcBef>
            </a:pPr>
            <a:r>
              <a:rPr lang="en-US" sz="7551">
                <a:solidFill>
                  <a:srgbClr val="042B43"/>
                </a:solidFill>
                <a:latin typeface="Liberation Sans"/>
                <a:ea typeface="Liberation Sans"/>
                <a:cs typeface="Liberation Sans"/>
                <a:sym typeface="Liberation Sans"/>
              </a:rPr>
              <a:t>Liberation Sans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664775" y="6297930"/>
            <a:ext cx="2858572" cy="4890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b="true" sz="3500">
                <a:solidFill>
                  <a:srgbClr val="042B43"/>
                </a:solidFill>
                <a:latin typeface="Liberation Sans Bold"/>
                <a:ea typeface="Liberation Sans Bold"/>
                <a:cs typeface="Liberation Sans Bold"/>
                <a:sym typeface="Liberation Sans Bold"/>
              </a:rPr>
              <a:t>FONT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1094061" y="6349683"/>
            <a:ext cx="2762103" cy="2997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0"/>
              </a:lnSpc>
              <a:spcBef>
                <a:spcPct val="0"/>
              </a:spcBef>
            </a:pPr>
            <a:r>
              <a:rPr lang="en-US" sz="1700">
                <a:solidFill>
                  <a:srgbClr val="042B43"/>
                </a:solidFill>
                <a:latin typeface="Liberation Sans"/>
                <a:ea typeface="Liberation Sans"/>
                <a:cs typeface="Liberation Sans"/>
                <a:sym typeface="Liberation Sans"/>
              </a:rPr>
              <a:t>( Paragraphs )</a:t>
            </a:r>
          </a:p>
        </p:txBody>
      </p:sp>
      <p:sp>
        <p:nvSpPr>
          <p:cNvPr name="AutoShape 18" id="18"/>
          <p:cNvSpPr/>
          <p:nvPr/>
        </p:nvSpPr>
        <p:spPr>
          <a:xfrm>
            <a:off x="9699744" y="7097831"/>
            <a:ext cx="6575321" cy="0"/>
          </a:xfrm>
          <a:prstGeom prst="line">
            <a:avLst/>
          </a:prstGeom>
          <a:ln cap="flat" w="47625">
            <a:solidFill>
              <a:srgbClr val="F48902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1B484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012935" y="2062941"/>
            <a:ext cx="4483818" cy="22785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8700"/>
              </a:lnSpc>
            </a:pPr>
            <a:r>
              <a:rPr lang="en-US" b="true" sz="8700" spc="-1305">
                <a:solidFill>
                  <a:srgbClr val="F6F4DF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IMAGERY STYLE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5441902" y="1910541"/>
            <a:ext cx="833163" cy="833163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48902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5645722" y="2090590"/>
            <a:ext cx="425522" cy="5397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98"/>
              </a:lnSpc>
            </a:pPr>
            <a:r>
              <a:rPr lang="en-US" b="true" sz="3998">
                <a:solidFill>
                  <a:srgbClr val="042B43"/>
                </a:solidFill>
                <a:latin typeface="Liberation Sans Bold"/>
                <a:ea typeface="Liberation Sans Bold"/>
                <a:cs typeface="Liberation Sans Bold"/>
                <a:sym typeface="Liberation Sans Bold"/>
              </a:rPr>
              <a:t>5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012935" y="7128351"/>
            <a:ext cx="4861788" cy="4890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3500" b="true">
                <a:solidFill>
                  <a:srgbClr val="F6F4DF"/>
                </a:solidFill>
                <a:latin typeface="Liberation Sans Bold"/>
                <a:ea typeface="Liberation Sans Bold"/>
                <a:cs typeface="Liberation Sans Bold"/>
                <a:sym typeface="Liberation Sans Bold"/>
              </a:rPr>
              <a:t>VISUAL TONE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012935" y="8189436"/>
            <a:ext cx="1922078" cy="2997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0"/>
              </a:lnSpc>
              <a:spcBef>
                <a:spcPct val="0"/>
              </a:spcBef>
            </a:pPr>
            <a:r>
              <a:rPr lang="en-US" sz="1700">
                <a:solidFill>
                  <a:srgbClr val="F6F4DF"/>
                </a:solidFill>
                <a:latin typeface="Liberation Sans"/>
                <a:ea typeface="Liberation Sans"/>
                <a:cs typeface="Liberation Sans"/>
                <a:sym typeface="Liberation Sans"/>
              </a:rPr>
              <a:t>Na</a:t>
            </a:r>
            <a:r>
              <a:rPr lang="en-US" sz="1700">
                <a:solidFill>
                  <a:srgbClr val="F6F4DF"/>
                </a:solidFill>
                <a:latin typeface="Liberation Sans"/>
                <a:ea typeface="Liberation Sans"/>
                <a:cs typeface="Liberation Sans"/>
                <a:sym typeface="Liberation Sans"/>
              </a:rPr>
              <a:t>tural Lighting</a:t>
            </a:r>
          </a:p>
        </p:txBody>
      </p:sp>
      <p:sp>
        <p:nvSpPr>
          <p:cNvPr name="AutoShape 9" id="9"/>
          <p:cNvSpPr/>
          <p:nvPr/>
        </p:nvSpPr>
        <p:spPr>
          <a:xfrm>
            <a:off x="2012935" y="7927499"/>
            <a:ext cx="14262130" cy="0"/>
          </a:xfrm>
          <a:prstGeom prst="line">
            <a:avLst/>
          </a:prstGeom>
          <a:ln cap="flat" w="47625">
            <a:solidFill>
              <a:srgbClr val="F4890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0" id="10"/>
          <p:cNvSpPr txBox="true"/>
          <p:nvPr/>
        </p:nvSpPr>
        <p:spPr>
          <a:xfrm rot="0">
            <a:off x="6126286" y="8189436"/>
            <a:ext cx="1922078" cy="2997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0"/>
              </a:lnSpc>
              <a:spcBef>
                <a:spcPct val="0"/>
              </a:spcBef>
            </a:pPr>
            <a:r>
              <a:rPr lang="en-US" sz="1700">
                <a:solidFill>
                  <a:srgbClr val="F6F4DF"/>
                </a:solidFill>
                <a:latin typeface="Liberation Sans"/>
                <a:ea typeface="Liberation Sans"/>
                <a:cs typeface="Liberation Sans"/>
                <a:sym typeface="Liberation Sans"/>
              </a:rPr>
              <a:t>Wa</a:t>
            </a:r>
            <a:r>
              <a:rPr lang="en-US" sz="1700">
                <a:solidFill>
                  <a:srgbClr val="F6F4DF"/>
                </a:solidFill>
                <a:latin typeface="Liberation Sans"/>
                <a:ea typeface="Liberation Sans"/>
                <a:cs typeface="Liberation Sans"/>
                <a:sym typeface="Liberation Sans"/>
              </a:rPr>
              <a:t>rm Tones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39637" y="8189436"/>
            <a:ext cx="1922078" cy="2997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0"/>
              </a:lnSpc>
              <a:spcBef>
                <a:spcPct val="0"/>
              </a:spcBef>
            </a:pPr>
            <a:r>
              <a:rPr lang="en-US" sz="1700">
                <a:solidFill>
                  <a:srgbClr val="F6F4DF"/>
                </a:solidFill>
                <a:latin typeface="Liberation Sans"/>
                <a:ea typeface="Liberation Sans"/>
                <a:cs typeface="Liberation Sans"/>
                <a:sym typeface="Liberation Sans"/>
              </a:rPr>
              <a:t>Minim</a:t>
            </a:r>
            <a:r>
              <a:rPr lang="en-US" sz="1700">
                <a:solidFill>
                  <a:srgbClr val="F6F4DF"/>
                </a:solidFill>
                <a:latin typeface="Liberation Sans"/>
                <a:ea typeface="Liberation Sans"/>
                <a:cs typeface="Liberation Sans"/>
                <a:sym typeface="Liberation Sans"/>
              </a:rPr>
              <a:t>alistic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4352987" y="8189436"/>
            <a:ext cx="1922078" cy="2997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380"/>
              </a:lnSpc>
              <a:spcBef>
                <a:spcPct val="0"/>
              </a:spcBef>
            </a:pPr>
            <a:r>
              <a:rPr lang="en-US" sz="1700">
                <a:solidFill>
                  <a:srgbClr val="F6F4DF"/>
                </a:solidFill>
                <a:latin typeface="Liberation Sans"/>
                <a:ea typeface="Liberation Sans"/>
                <a:cs typeface="Liberation Sans"/>
                <a:sym typeface="Liberation Sans"/>
              </a:rPr>
              <a:t>Clean</a:t>
            </a:r>
            <a:r>
              <a:rPr lang="en-US" sz="1700">
                <a:solidFill>
                  <a:srgbClr val="F6F4DF"/>
                </a:solidFill>
                <a:latin typeface="Liberation Sans"/>
                <a:ea typeface="Liberation Sans"/>
                <a:cs typeface="Liberation Sans"/>
                <a:sym typeface="Liberation Sans"/>
              </a:rPr>
              <a:t> Settings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213013">
            <a:off x="-300955" y="-556358"/>
            <a:ext cx="18889911" cy="11399716"/>
          </a:xfrm>
          <a:custGeom>
            <a:avLst/>
            <a:gdLst/>
            <a:ahLst/>
            <a:cxnLst/>
            <a:rect r="r" b="b" t="t" l="l"/>
            <a:pathLst>
              <a:path h="11399716" w="18889911">
                <a:moveTo>
                  <a:pt x="0" y="1132458"/>
                </a:moveTo>
                <a:lnTo>
                  <a:pt x="18252903" y="0"/>
                </a:lnTo>
                <a:lnTo>
                  <a:pt x="18889910" y="10267258"/>
                </a:lnTo>
                <a:lnTo>
                  <a:pt x="637007" y="11399716"/>
                </a:lnTo>
                <a:lnTo>
                  <a:pt x="0" y="1132458"/>
                </a:lnTo>
                <a:close/>
              </a:path>
            </a:pathLst>
          </a:custGeom>
          <a:blipFill>
            <a:blip r:embed="rId2"/>
            <a:stretch>
              <a:fillRect l="0" t="-74405" r="-1041" b="-76896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1028700"/>
            <a:ext cx="16230600" cy="8229600"/>
            <a:chOff x="0" y="0"/>
            <a:chExt cx="4274726" cy="216746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274726" cy="2167467"/>
            </a:xfrm>
            <a:custGeom>
              <a:avLst/>
              <a:gdLst/>
              <a:ahLst/>
              <a:cxnLst/>
              <a:rect r="r" b="b" t="t" l="l"/>
              <a:pathLst>
                <a:path h="2167467" w="4274726">
                  <a:moveTo>
                    <a:pt x="0" y="0"/>
                  </a:moveTo>
                  <a:lnTo>
                    <a:pt x="4274726" y="0"/>
                  </a:lnTo>
                  <a:lnTo>
                    <a:pt x="4274726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1B4848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4274726" cy="22150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5441902" y="1910541"/>
            <a:ext cx="833163" cy="833163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48902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2012935" y="2062941"/>
            <a:ext cx="7131065" cy="22785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8700"/>
              </a:lnSpc>
            </a:pPr>
            <a:r>
              <a:rPr lang="en-US" b="true" sz="8700" spc="-1305">
                <a:solidFill>
                  <a:srgbClr val="F6F4DF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BRAND VOICE</a:t>
            </a:r>
          </a:p>
          <a:p>
            <a:pPr algn="just">
              <a:lnSpc>
                <a:spcPts val="8700"/>
              </a:lnSpc>
            </a:pPr>
            <a:r>
              <a:rPr lang="en-US" b="true" sz="8700" spc="-1305">
                <a:solidFill>
                  <a:srgbClr val="F6F4DF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AND TONE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5645722" y="2090590"/>
            <a:ext cx="425522" cy="5397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98"/>
              </a:lnSpc>
            </a:pPr>
            <a:r>
              <a:rPr lang="en-US" b="true" sz="3998">
                <a:solidFill>
                  <a:srgbClr val="042B43"/>
                </a:solidFill>
                <a:latin typeface="Liberation Sans Bold"/>
                <a:ea typeface="Liberation Sans Bold"/>
                <a:cs typeface="Liberation Sans Bold"/>
                <a:sym typeface="Liberation Sans Bold"/>
              </a:rPr>
              <a:t>6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3155660" y="7678371"/>
            <a:ext cx="3119405" cy="810850"/>
            <a:chOff x="0" y="0"/>
            <a:chExt cx="1563453" cy="4064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563453" cy="406400"/>
            </a:xfrm>
            <a:custGeom>
              <a:avLst/>
              <a:gdLst/>
              <a:ahLst/>
              <a:cxnLst/>
              <a:rect r="r" b="b" t="t" l="l"/>
              <a:pathLst>
                <a:path h="406400" w="1563453">
                  <a:moveTo>
                    <a:pt x="1360253" y="0"/>
                  </a:moveTo>
                  <a:cubicBezTo>
                    <a:pt x="1472477" y="0"/>
                    <a:pt x="1563453" y="90976"/>
                    <a:pt x="1563453" y="203200"/>
                  </a:cubicBezTo>
                  <a:cubicBezTo>
                    <a:pt x="1563453" y="315424"/>
                    <a:pt x="1472477" y="406400"/>
                    <a:pt x="1360253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ln w="47625" cap="sq">
              <a:solidFill>
                <a:srgbClr val="F48902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1563453" cy="454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7584298" y="7678371"/>
            <a:ext cx="3119405" cy="810850"/>
            <a:chOff x="0" y="0"/>
            <a:chExt cx="1563453" cy="4064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563453" cy="406400"/>
            </a:xfrm>
            <a:custGeom>
              <a:avLst/>
              <a:gdLst/>
              <a:ahLst/>
              <a:cxnLst/>
              <a:rect r="r" b="b" t="t" l="l"/>
              <a:pathLst>
                <a:path h="406400" w="1563453">
                  <a:moveTo>
                    <a:pt x="1360253" y="0"/>
                  </a:moveTo>
                  <a:cubicBezTo>
                    <a:pt x="1472477" y="0"/>
                    <a:pt x="1563453" y="90976"/>
                    <a:pt x="1563453" y="203200"/>
                  </a:cubicBezTo>
                  <a:cubicBezTo>
                    <a:pt x="1563453" y="315424"/>
                    <a:pt x="1472477" y="406400"/>
                    <a:pt x="1360253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ln w="47625" cap="sq">
              <a:solidFill>
                <a:srgbClr val="F48902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1563453" cy="454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2012935" y="7678371"/>
            <a:ext cx="3119405" cy="810850"/>
            <a:chOff x="0" y="0"/>
            <a:chExt cx="1563453" cy="4064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563453" cy="406400"/>
            </a:xfrm>
            <a:custGeom>
              <a:avLst/>
              <a:gdLst/>
              <a:ahLst/>
              <a:cxnLst/>
              <a:rect r="r" b="b" t="t" l="l"/>
              <a:pathLst>
                <a:path h="406400" w="1563453">
                  <a:moveTo>
                    <a:pt x="1360253" y="0"/>
                  </a:moveTo>
                  <a:cubicBezTo>
                    <a:pt x="1472477" y="0"/>
                    <a:pt x="1563453" y="90976"/>
                    <a:pt x="1563453" y="203200"/>
                  </a:cubicBezTo>
                  <a:cubicBezTo>
                    <a:pt x="1563453" y="315424"/>
                    <a:pt x="1472477" y="406400"/>
                    <a:pt x="1360253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ln w="47625" cap="sq">
              <a:solidFill>
                <a:srgbClr val="F48902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1563453" cy="454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4798616" y="6647516"/>
            <a:ext cx="3119405" cy="810850"/>
            <a:chOff x="0" y="0"/>
            <a:chExt cx="1563453" cy="4064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563453" cy="406400"/>
            </a:xfrm>
            <a:custGeom>
              <a:avLst/>
              <a:gdLst/>
              <a:ahLst/>
              <a:cxnLst/>
              <a:rect r="r" b="b" t="t" l="l"/>
              <a:pathLst>
                <a:path h="406400" w="1563453">
                  <a:moveTo>
                    <a:pt x="1360253" y="0"/>
                  </a:moveTo>
                  <a:cubicBezTo>
                    <a:pt x="1472477" y="0"/>
                    <a:pt x="1563453" y="90976"/>
                    <a:pt x="1563453" y="203200"/>
                  </a:cubicBezTo>
                  <a:cubicBezTo>
                    <a:pt x="1563453" y="315424"/>
                    <a:pt x="1472477" y="406400"/>
                    <a:pt x="1360253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ln w="47625" cap="sq">
              <a:solidFill>
                <a:srgbClr val="F48902"/>
              </a:solidFill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47625"/>
              <a:ext cx="1563453" cy="454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0369979" y="6647516"/>
            <a:ext cx="3119405" cy="810850"/>
            <a:chOff x="0" y="0"/>
            <a:chExt cx="1563453" cy="4064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563453" cy="406400"/>
            </a:xfrm>
            <a:custGeom>
              <a:avLst/>
              <a:gdLst/>
              <a:ahLst/>
              <a:cxnLst/>
              <a:rect r="r" b="b" t="t" l="l"/>
              <a:pathLst>
                <a:path h="406400" w="1563453">
                  <a:moveTo>
                    <a:pt x="1360253" y="0"/>
                  </a:moveTo>
                  <a:cubicBezTo>
                    <a:pt x="1472477" y="0"/>
                    <a:pt x="1563453" y="90976"/>
                    <a:pt x="1563453" y="203200"/>
                  </a:cubicBezTo>
                  <a:cubicBezTo>
                    <a:pt x="1563453" y="315424"/>
                    <a:pt x="1472477" y="406400"/>
                    <a:pt x="1360253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ln w="47625" cap="sq">
              <a:solidFill>
                <a:srgbClr val="F48902"/>
              </a:solidFill>
              <a:prstDash val="solid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-47625"/>
              <a:ext cx="1563453" cy="454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2474842" y="7894901"/>
            <a:ext cx="2195591" cy="3492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FFFFFF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FR</a:t>
            </a:r>
            <a:r>
              <a:rPr lang="en-US" b="true" sz="2000">
                <a:solidFill>
                  <a:srgbClr val="FFFFFF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IENDLY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5260523" y="6864046"/>
            <a:ext cx="2195591" cy="3492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FFFFFF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CONF</a:t>
            </a:r>
            <a:r>
              <a:rPr lang="en-US" b="true" sz="2000">
                <a:solidFill>
                  <a:srgbClr val="FFFFFF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IDENT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0831886" y="6864046"/>
            <a:ext cx="2195591" cy="3492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FFFFFF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HONEST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3617567" y="7894901"/>
            <a:ext cx="2195591" cy="3492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FFFFFF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SUPPORT</a:t>
            </a:r>
            <a:r>
              <a:rPr lang="en-US" b="true" sz="2000">
                <a:solidFill>
                  <a:srgbClr val="FFFFFF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IVE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8046205" y="7894901"/>
            <a:ext cx="2195591" cy="3492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FFFFFF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CALM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F6F4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012935" y="2062941"/>
            <a:ext cx="6393340" cy="22785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8700"/>
              </a:lnSpc>
            </a:pPr>
            <a:r>
              <a:rPr lang="en-US" b="true" sz="8700" spc="-1305">
                <a:solidFill>
                  <a:srgbClr val="042B43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SOCIAL </a:t>
            </a:r>
          </a:p>
          <a:p>
            <a:pPr algn="just">
              <a:lnSpc>
                <a:spcPts val="8700"/>
              </a:lnSpc>
            </a:pPr>
            <a:r>
              <a:rPr lang="en-US" b="true" sz="8700" spc="-1305">
                <a:solidFill>
                  <a:srgbClr val="042B43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MEDIA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5441902" y="1910541"/>
            <a:ext cx="833163" cy="833163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48902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5645722" y="2090590"/>
            <a:ext cx="425522" cy="5397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98"/>
              </a:lnSpc>
            </a:pPr>
            <a:r>
              <a:rPr lang="en-US" b="true" sz="3998">
                <a:solidFill>
                  <a:srgbClr val="042B43"/>
                </a:solidFill>
                <a:latin typeface="Liberation Sans Bold"/>
                <a:ea typeface="Liberation Sans Bold"/>
                <a:cs typeface="Liberation Sans Bold"/>
                <a:sym typeface="Liberation Sans Bold"/>
              </a:rPr>
              <a:t>7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012935" y="6917618"/>
            <a:ext cx="4197207" cy="4890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3500" b="true">
                <a:solidFill>
                  <a:srgbClr val="042B43"/>
                </a:solidFill>
                <a:latin typeface="Liberation Sans Bold"/>
                <a:ea typeface="Liberation Sans Bold"/>
                <a:cs typeface="Liberation Sans Bold"/>
                <a:sym typeface="Liberation Sans Bold"/>
              </a:rPr>
              <a:t>TEMPLATE</a:t>
            </a:r>
            <a:r>
              <a:rPr lang="en-US" b="true" sz="3500">
                <a:solidFill>
                  <a:srgbClr val="042B43"/>
                </a:solidFill>
                <a:latin typeface="Liberation Sans Bold"/>
                <a:ea typeface="Liberation Sans Bold"/>
                <a:cs typeface="Liberation Sans Bold"/>
                <a:sym typeface="Liberation Sans Bold"/>
              </a:rPr>
              <a:t>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012935" y="7485949"/>
            <a:ext cx="4858722" cy="3492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42B43"/>
                </a:solidFill>
                <a:latin typeface="Liberation Sans"/>
                <a:ea typeface="Liberation Sans"/>
                <a:cs typeface="Liberation Sans"/>
                <a:sym typeface="Liberation Sans"/>
              </a:rPr>
              <a:t>U</a:t>
            </a:r>
            <a:r>
              <a:rPr lang="en-US" sz="2000">
                <a:solidFill>
                  <a:srgbClr val="042B43"/>
                </a:solidFill>
                <a:latin typeface="Liberation Sans"/>
                <a:ea typeface="Liberation Sans"/>
                <a:cs typeface="Liberation Sans"/>
                <a:sym typeface="Liberation Sans"/>
              </a:rPr>
              <a:t>se approved Fauget / Rimberio / Borcelle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919282" y="6489088"/>
            <a:ext cx="4197207" cy="4890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3500" b="true">
                <a:solidFill>
                  <a:srgbClr val="042B43"/>
                </a:solidFill>
                <a:latin typeface="Liberation Sans Bold"/>
                <a:ea typeface="Liberation Sans Bold"/>
                <a:cs typeface="Liberation Sans Bold"/>
                <a:sym typeface="Liberation Sans Bold"/>
              </a:rPr>
              <a:t>T</a:t>
            </a:r>
            <a:r>
              <a:rPr lang="en-US" b="true" sz="3500">
                <a:solidFill>
                  <a:srgbClr val="042B43"/>
                </a:solidFill>
                <a:latin typeface="Liberation Sans Bold"/>
                <a:ea typeface="Liberation Sans Bold"/>
                <a:cs typeface="Liberation Sans Bold"/>
                <a:sym typeface="Liberation Sans Bold"/>
              </a:rPr>
              <a:t>ONE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919282" y="7057419"/>
            <a:ext cx="6417348" cy="3492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42B43"/>
                </a:solidFill>
                <a:latin typeface="Liberation Sans"/>
                <a:ea typeface="Liberation Sans"/>
                <a:cs typeface="Liberation Sans"/>
                <a:sym typeface="Liberation Sans"/>
              </a:rPr>
              <a:t>Friendly</a:t>
            </a:r>
            <a:r>
              <a:rPr lang="en-US" sz="2000">
                <a:solidFill>
                  <a:srgbClr val="042B43"/>
                </a:solidFill>
                <a:latin typeface="Liberation Sans"/>
                <a:ea typeface="Liberation Sans"/>
                <a:cs typeface="Liberation Sans"/>
                <a:sym typeface="Liberation Sans"/>
              </a:rPr>
              <a:t>, Modern, Informative, Minimalistic and Others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3020903" y="7571674"/>
            <a:ext cx="2546629" cy="4890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3500" b="true">
                <a:solidFill>
                  <a:srgbClr val="042B43"/>
                </a:solidFill>
                <a:latin typeface="Liberation Sans Bold"/>
                <a:ea typeface="Liberation Sans Bold"/>
                <a:cs typeface="Liberation Sans Bold"/>
                <a:sym typeface="Liberation Sans Bold"/>
              </a:rPr>
              <a:t>HA</a:t>
            </a:r>
            <a:r>
              <a:rPr lang="en-US" b="true" sz="3500">
                <a:solidFill>
                  <a:srgbClr val="042B43"/>
                </a:solidFill>
                <a:latin typeface="Liberation Sans Bold"/>
                <a:ea typeface="Liberation Sans Bold"/>
                <a:cs typeface="Liberation Sans Bold"/>
                <a:sym typeface="Liberation Sans Bold"/>
              </a:rPr>
              <a:t>SHTAGS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3020903" y="8140005"/>
            <a:ext cx="3984636" cy="3492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42B43"/>
                </a:solidFill>
                <a:latin typeface="Liberation Sans"/>
                <a:ea typeface="Liberation Sans"/>
                <a:cs typeface="Liberation Sans"/>
                <a:sym typeface="Liberation Sans"/>
              </a:rPr>
              <a:t>#LiveIng</a:t>
            </a:r>
            <a:r>
              <a:rPr lang="en-US" sz="2000">
                <a:solidFill>
                  <a:srgbClr val="042B43"/>
                </a:solidFill>
                <a:latin typeface="Liberation Sans"/>
                <a:ea typeface="Liberation Sans"/>
                <a:cs typeface="Liberation Sans"/>
                <a:sym typeface="Liberation Sans"/>
              </a:rPr>
              <a:t>oude #EcoEveryday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4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392402" y="3432936"/>
            <a:ext cx="4383046" cy="5056286"/>
            <a:chOff x="0" y="0"/>
            <a:chExt cx="679049" cy="78335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79049" cy="783351"/>
            </a:xfrm>
            <a:custGeom>
              <a:avLst/>
              <a:gdLst/>
              <a:ahLst/>
              <a:cxnLst/>
              <a:rect r="r" b="b" t="t" l="l"/>
              <a:pathLst>
                <a:path h="783351" w="679049">
                  <a:moveTo>
                    <a:pt x="0" y="0"/>
                  </a:moveTo>
                  <a:lnTo>
                    <a:pt x="679049" y="0"/>
                  </a:lnTo>
                  <a:lnTo>
                    <a:pt x="679049" y="783351"/>
                  </a:lnTo>
                  <a:lnTo>
                    <a:pt x="0" y="783351"/>
                  </a:lnTo>
                  <a:close/>
                </a:path>
              </a:pathLst>
            </a:custGeom>
            <a:blipFill>
              <a:blip r:embed="rId2"/>
              <a:stretch>
                <a:fillRect l="0" t="-7527" r="0" b="-22581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-367299" y="3432936"/>
            <a:ext cx="4383046" cy="5056286"/>
            <a:chOff x="0" y="0"/>
            <a:chExt cx="679049" cy="78335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79049" cy="783351"/>
            </a:xfrm>
            <a:custGeom>
              <a:avLst/>
              <a:gdLst/>
              <a:ahLst/>
              <a:cxnLst/>
              <a:rect r="r" b="b" t="t" l="l"/>
              <a:pathLst>
                <a:path h="783351" w="679049">
                  <a:moveTo>
                    <a:pt x="0" y="0"/>
                  </a:moveTo>
                  <a:lnTo>
                    <a:pt x="679049" y="0"/>
                  </a:lnTo>
                  <a:lnTo>
                    <a:pt x="679049" y="783351"/>
                  </a:lnTo>
                  <a:lnTo>
                    <a:pt x="0" y="783351"/>
                  </a:lnTo>
                  <a:close/>
                </a:path>
              </a:pathLst>
            </a:custGeom>
            <a:blipFill>
              <a:blip r:embed="rId3"/>
              <a:stretch>
                <a:fillRect l="0" t="-9319" r="0" b="-20789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4512552" y="3432936"/>
            <a:ext cx="4383046" cy="5056286"/>
            <a:chOff x="0" y="0"/>
            <a:chExt cx="679049" cy="78335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79049" cy="783351"/>
            </a:xfrm>
            <a:custGeom>
              <a:avLst/>
              <a:gdLst/>
              <a:ahLst/>
              <a:cxnLst/>
              <a:rect r="r" b="b" t="t" l="l"/>
              <a:pathLst>
                <a:path h="783351" w="679049">
                  <a:moveTo>
                    <a:pt x="0" y="0"/>
                  </a:moveTo>
                  <a:lnTo>
                    <a:pt x="679049" y="0"/>
                  </a:lnTo>
                  <a:lnTo>
                    <a:pt x="679049" y="783351"/>
                  </a:lnTo>
                  <a:lnTo>
                    <a:pt x="0" y="783351"/>
                  </a:lnTo>
                  <a:close/>
                </a:path>
              </a:pathLst>
            </a:custGeom>
            <a:blipFill>
              <a:blip r:embed="rId4"/>
              <a:stretch>
                <a:fillRect l="0" t="-9677" r="0" b="-20431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4272253" y="3432936"/>
            <a:ext cx="4383046" cy="5056286"/>
            <a:chOff x="0" y="0"/>
            <a:chExt cx="679049" cy="783351"/>
          </a:xfrm>
        </p:grpSpPr>
        <p:sp>
          <p:nvSpPr>
            <p:cNvPr name="Freeform 9" id="9"/>
            <p:cNvSpPr/>
            <p:nvPr/>
          </p:nvSpPr>
          <p:spPr>
            <a:xfrm flipH="false" flipV="false" rot="170423">
              <a:off x="-18992" y="-16344"/>
              <a:ext cx="717032" cy="816038"/>
            </a:xfrm>
            <a:custGeom>
              <a:avLst/>
              <a:gdLst/>
              <a:ahLst/>
              <a:cxnLst/>
              <a:rect r="r" b="b" t="t" l="l"/>
              <a:pathLst>
                <a:path h="816038" w="717032">
                  <a:moveTo>
                    <a:pt x="0" y="33650"/>
                  </a:moveTo>
                  <a:lnTo>
                    <a:pt x="678214" y="0"/>
                  </a:lnTo>
                  <a:lnTo>
                    <a:pt x="717032" y="782389"/>
                  </a:lnTo>
                  <a:lnTo>
                    <a:pt x="38818" y="816039"/>
                  </a:lnTo>
                  <a:close/>
                </a:path>
              </a:pathLst>
            </a:custGeom>
            <a:blipFill>
              <a:blip r:embed="rId5"/>
              <a:stretch>
                <a:fillRect l="0" t="-19590" r="-11410" b="-27249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5441902" y="1910541"/>
            <a:ext cx="833163" cy="833163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48902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5645722" y="2090590"/>
            <a:ext cx="425522" cy="5397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98"/>
              </a:lnSpc>
            </a:pPr>
            <a:r>
              <a:rPr lang="en-US" b="true" sz="3998">
                <a:solidFill>
                  <a:srgbClr val="042B43"/>
                </a:solidFill>
                <a:latin typeface="Liberation Sans Bold"/>
                <a:ea typeface="Liberation Sans Bold"/>
                <a:cs typeface="Liberation Sans Bold"/>
                <a:sym typeface="Liberation Sans Bold"/>
              </a:rPr>
              <a:t>8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012935" y="1948641"/>
            <a:ext cx="2858572" cy="4890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3500" b="true">
                <a:solidFill>
                  <a:srgbClr val="042B43"/>
                </a:solidFill>
                <a:latin typeface="Liberation Sans Bold"/>
                <a:ea typeface="Liberation Sans Bold"/>
                <a:cs typeface="Liberation Sans Bold"/>
                <a:sym typeface="Liberation Sans Bold"/>
              </a:rPr>
              <a:t>DESIGNER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4512552" y="2000394"/>
            <a:ext cx="2762103" cy="2997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0"/>
              </a:lnSpc>
              <a:spcBef>
                <a:spcPct val="0"/>
              </a:spcBef>
            </a:pPr>
            <a:r>
              <a:rPr lang="en-US" sz="1700">
                <a:solidFill>
                  <a:srgbClr val="042B43"/>
                </a:solidFill>
                <a:latin typeface="Liberation Sans"/>
                <a:ea typeface="Liberation Sans"/>
                <a:cs typeface="Liberation Sans"/>
                <a:sym typeface="Liberation Sans"/>
              </a:rPr>
              <a:t>( Alexander Aronowitz )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pic>
          <p:nvPicPr>
            <p:cNvPr name="Picture 3" id="3"/>
            <p:cNvPicPr>
              <a:picLocks noChangeAspect="true"/>
            </p:cNvPicPr>
            <p:nvPr/>
          </p:nvPicPr>
          <p:blipFill>
            <a:blip r:embed="rId2"/>
            <a:srcRect l="0" t="14387" r="0" b="1237"/>
            <a:stretch>
              <a:fillRect/>
            </a:stretch>
          </p:blipFill>
          <p:spPr>
            <a:xfrm flipH="false" flipV="false">
              <a:off x="0" y="0"/>
              <a:ext cx="24384000" cy="13716000"/>
            </a:xfrm>
            <a:prstGeom prst="rect">
              <a:avLst/>
            </a:prstGeom>
          </p:spPr>
        </p:pic>
      </p:grpSp>
      <p:sp>
        <p:nvSpPr>
          <p:cNvPr name="Freeform 4" id="4"/>
          <p:cNvSpPr/>
          <p:nvPr/>
        </p:nvSpPr>
        <p:spPr>
          <a:xfrm flipH="false" flipV="false" rot="0">
            <a:off x="16494140" y="1028700"/>
            <a:ext cx="765160" cy="1753491"/>
          </a:xfrm>
          <a:custGeom>
            <a:avLst/>
            <a:gdLst/>
            <a:ahLst/>
            <a:cxnLst/>
            <a:rect r="r" b="b" t="t" l="l"/>
            <a:pathLst>
              <a:path h="1753491" w="765160">
                <a:moveTo>
                  <a:pt x="0" y="0"/>
                </a:moveTo>
                <a:lnTo>
                  <a:pt x="765160" y="0"/>
                </a:lnTo>
                <a:lnTo>
                  <a:pt x="765160" y="1753491"/>
                </a:lnTo>
                <a:lnTo>
                  <a:pt x="0" y="175349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4938756" y="8527166"/>
            <a:ext cx="2377694" cy="9588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6999"/>
              </a:lnSpc>
            </a:pPr>
            <a:r>
              <a:rPr lang="en-US" sz="6999">
                <a:solidFill>
                  <a:srgbClr val="042B43"/>
                </a:solidFill>
                <a:latin typeface="Liberation Sans"/>
                <a:ea typeface="Liberation Sans"/>
                <a:cs typeface="Liberation Sans"/>
                <a:sym typeface="Liberation Sans"/>
              </a:rPr>
              <a:t>2025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66775" y="4582788"/>
            <a:ext cx="11869399" cy="64287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4729"/>
              </a:lnSpc>
            </a:pPr>
            <a:r>
              <a:rPr lang="en-US" b="true" sz="24729" spc="-3709">
                <a:solidFill>
                  <a:srgbClr val="042B43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THANK</a:t>
            </a:r>
          </a:p>
          <a:p>
            <a:pPr algn="just">
              <a:lnSpc>
                <a:spcPts val="24729"/>
              </a:lnSpc>
            </a:pPr>
            <a:r>
              <a:rPr lang="en-US" b="true" sz="24729" spc="-3709">
                <a:solidFill>
                  <a:srgbClr val="042B43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YOU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00125" y="981075"/>
            <a:ext cx="3178577" cy="3875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9"/>
              </a:lnSpc>
            </a:pPr>
            <a:r>
              <a:rPr lang="en-US" sz="2700">
                <a:solidFill>
                  <a:srgbClr val="042B43"/>
                </a:solidFill>
                <a:latin typeface="Liberation Sans"/>
                <a:ea typeface="Liberation Sans"/>
                <a:cs typeface="Liberation Sans"/>
                <a:sym typeface="Liberation Sans"/>
              </a:rPr>
              <a:t>Ingoude Company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298427" y="1028700"/>
            <a:ext cx="4914314" cy="2566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19"/>
              </a:lnSpc>
            </a:pPr>
            <a:r>
              <a:rPr lang="en-US" sz="1700" b="true">
                <a:solidFill>
                  <a:srgbClr val="042B43"/>
                </a:solidFill>
                <a:latin typeface="Liberation Sans Bold"/>
                <a:ea typeface="Liberation Sans Bold"/>
                <a:cs typeface="Liberation Sans Bold"/>
                <a:sym typeface="Liberation Sans Bold"/>
              </a:rPr>
              <a:t>Let's Collaboration Together with Us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DAHTRCDNd7w</dc:identifier>
  <dcterms:modified xsi:type="dcterms:W3CDTF">2011-08-01T06:04:30Z</dcterms:modified>
  <cp:revision>1</cp:revision>
  <dc:title>Green Modern Brand Guideline Presentation</dc:title>
</cp:coreProperties>
</file>